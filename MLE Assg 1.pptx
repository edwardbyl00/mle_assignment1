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78" r:id="rId4"/>
    <p:sldId id="284" r:id="rId5"/>
    <p:sldId id="289" r:id="rId6"/>
    <p:sldId id="290" r:id="rId7"/>
    <p:sldId id="292" r:id="rId8"/>
    <p:sldId id="260" r:id="rId9"/>
    <p:sldId id="287" r:id="rId10"/>
    <p:sldId id="279" r:id="rId11"/>
  </p:sldIdLst>
  <p:sldSz cx="18288000" cy="10287000"/>
  <p:notesSz cx="6858000" cy="9144000"/>
  <p:embeddedFontLst>
    <p:embeddedFont>
      <p:font typeface="HK Grotesk"/>
      <p:regular r:id="rId12"/>
    </p:embeddedFont>
    <p:embeddedFont>
      <p:font typeface="HK Grotesk Bold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A9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A29093-104A-A543-9300-07DAC1E2EE22}" v="279" dt="2026-05-20T11:23:19.4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14" autoAdjust="0"/>
    <p:restoredTop sz="94160" autoAdjust="0"/>
  </p:normalViewPr>
  <p:slideViewPr>
    <p:cSldViewPr>
      <p:cViewPr>
        <p:scale>
          <a:sx n="55" d="100"/>
          <a:sy n="55" d="100"/>
        </p:scale>
        <p:origin x="48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ard LIM Boon Yan" userId="e0714d14-80ad-498e-a79e-8fd7f3b4f914" providerId="ADAL" clId="{7FE49793-70FC-5231-8191-5DB98C4C3DED}"/>
    <pc:docChg chg="undo redo custSel addSld delSld modSld sldOrd">
      <pc:chgData name="Edward LIM Boon Yan" userId="e0714d14-80ad-498e-a79e-8fd7f3b4f914" providerId="ADAL" clId="{7FE49793-70FC-5231-8191-5DB98C4C3DED}" dt="2026-05-20T11:34:49.328" v="3813" actId="1076"/>
      <pc:docMkLst>
        <pc:docMk/>
      </pc:docMkLst>
      <pc:sldChg chg="addSp delSp modSp mod">
        <pc:chgData name="Edward LIM Boon Yan" userId="e0714d14-80ad-498e-a79e-8fd7f3b4f914" providerId="ADAL" clId="{7FE49793-70FC-5231-8191-5DB98C4C3DED}" dt="2026-05-20T08:44:26.059" v="3521" actId="478"/>
        <pc:sldMkLst>
          <pc:docMk/>
          <pc:sldMk cId="0" sldId="256"/>
        </pc:sldMkLst>
        <pc:spChg chg="mod">
          <ac:chgData name="Edward LIM Boon Yan" userId="e0714d14-80ad-498e-a79e-8fd7f3b4f914" providerId="ADAL" clId="{7FE49793-70FC-5231-8191-5DB98C4C3DED}" dt="2026-05-20T02:56:51.976" v="113"/>
          <ac:spMkLst>
            <pc:docMk/>
            <pc:sldMk cId="0" sldId="256"/>
            <ac:spMk id="6" creationId="{00000000-0000-0000-0000-000000000000}"/>
          </ac:spMkLst>
        </pc:spChg>
        <pc:spChg chg="mod">
          <ac:chgData name="Edward LIM Boon Yan" userId="e0714d14-80ad-498e-a79e-8fd7f3b4f914" providerId="ADAL" clId="{7FE49793-70FC-5231-8191-5DB98C4C3DED}" dt="2026-05-20T08:44:05.854" v="3519" actId="20577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Edward LIM Boon Yan" userId="e0714d14-80ad-498e-a79e-8fd7f3b4f914" providerId="ADAL" clId="{7FE49793-70FC-5231-8191-5DB98C4C3DED}" dt="2026-05-20T02:56:56.141" v="114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Edward LIM Boon Yan" userId="e0714d14-80ad-498e-a79e-8fd7f3b4f914" providerId="ADAL" clId="{7FE49793-70FC-5231-8191-5DB98C4C3DED}" dt="2026-05-20T08:44:26.059" v="3521" actId="478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Edward LIM Boon Yan" userId="e0714d14-80ad-498e-a79e-8fd7f3b4f914" providerId="ADAL" clId="{7FE49793-70FC-5231-8191-5DB98C4C3DED}" dt="2026-05-20T02:56:05.862" v="35" actId="767"/>
          <ac:spMkLst>
            <pc:docMk/>
            <pc:sldMk cId="0" sldId="256"/>
            <ac:spMk id="10" creationId="{1CAFBA24-6337-6B11-2022-6AD27F70A99E}"/>
          </ac:spMkLst>
        </pc:spChg>
        <pc:spChg chg="add mod">
          <ac:chgData name="Edward LIM Boon Yan" userId="e0714d14-80ad-498e-a79e-8fd7f3b4f914" providerId="ADAL" clId="{7FE49793-70FC-5231-8191-5DB98C4C3DED}" dt="2026-05-20T02:56:05.339" v="34" actId="767"/>
          <ac:spMkLst>
            <pc:docMk/>
            <pc:sldMk cId="0" sldId="256"/>
            <ac:spMk id="11" creationId="{40A58C42-BF35-3830-B38D-1FEE5A08132A}"/>
          </ac:spMkLst>
        </pc:spChg>
        <pc:grpChg chg="mod">
          <ac:chgData name="Edward LIM Boon Yan" userId="e0714d14-80ad-498e-a79e-8fd7f3b4f914" providerId="ADAL" clId="{7FE49793-70FC-5231-8191-5DB98C4C3DED}" dt="2026-05-20T02:56:51.976" v="113"/>
          <ac:grpSpMkLst>
            <pc:docMk/>
            <pc:sldMk cId="0" sldId="256"/>
            <ac:grpSpMk id="5" creationId="{00000000-0000-0000-0000-000000000000}"/>
          </ac:grpSpMkLst>
        </pc:grpChg>
      </pc:sldChg>
      <pc:sldChg chg="del">
        <pc:chgData name="Edward LIM Boon Yan" userId="e0714d14-80ad-498e-a79e-8fd7f3b4f914" providerId="ADAL" clId="{7FE49793-70FC-5231-8191-5DB98C4C3DED}" dt="2026-05-20T02:57:10.944" v="117" actId="2696"/>
        <pc:sldMkLst>
          <pc:docMk/>
          <pc:sldMk cId="0" sldId="257"/>
        </pc:sldMkLst>
      </pc:sldChg>
      <pc:sldChg chg="delSp modSp mod ord">
        <pc:chgData name="Edward LIM Boon Yan" userId="e0714d14-80ad-498e-a79e-8fd7f3b4f914" providerId="ADAL" clId="{7FE49793-70FC-5231-8191-5DB98C4C3DED}" dt="2026-05-20T08:44:22.743" v="3520" actId="478"/>
        <pc:sldMkLst>
          <pc:docMk/>
          <pc:sldMk cId="0" sldId="258"/>
        </pc:sldMkLst>
        <pc:spChg chg="mod">
          <ac:chgData name="Edward LIM Boon Yan" userId="e0714d14-80ad-498e-a79e-8fd7f3b4f914" providerId="ADAL" clId="{7FE49793-70FC-5231-8191-5DB98C4C3DED}" dt="2026-05-20T03:11:22.840" v="308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Edward LIM Boon Yan" userId="e0714d14-80ad-498e-a79e-8fd7f3b4f914" providerId="ADAL" clId="{7FE49793-70FC-5231-8191-5DB98C4C3DED}" dt="2026-05-20T08:07:25.447" v="3235" actId="20577"/>
          <ac:spMkLst>
            <pc:docMk/>
            <pc:sldMk cId="0" sldId="258"/>
            <ac:spMk id="4" creationId="{00000000-0000-0000-0000-000000000000}"/>
          </ac:spMkLst>
        </pc:spChg>
        <pc:spChg chg="del">
          <ac:chgData name="Edward LIM Boon Yan" userId="e0714d14-80ad-498e-a79e-8fd7f3b4f914" providerId="ADAL" clId="{7FE49793-70FC-5231-8191-5DB98C4C3DED}" dt="2026-05-20T08:44:22.743" v="3520" actId="478"/>
          <ac:spMkLst>
            <pc:docMk/>
            <pc:sldMk cId="0" sldId="258"/>
            <ac:spMk id="5" creationId="{00000000-0000-0000-0000-000000000000}"/>
          </ac:spMkLst>
        </pc:spChg>
      </pc:sldChg>
      <pc:sldChg chg="del">
        <pc:chgData name="Edward LIM Boon Yan" userId="e0714d14-80ad-498e-a79e-8fd7f3b4f914" providerId="ADAL" clId="{7FE49793-70FC-5231-8191-5DB98C4C3DED}" dt="2026-05-20T08:03:29.934" v="3216" actId="2696"/>
        <pc:sldMkLst>
          <pc:docMk/>
          <pc:sldMk cId="0" sldId="259"/>
        </pc:sldMkLst>
      </pc:sldChg>
      <pc:sldChg chg="addSp delSp modSp mod ord">
        <pc:chgData name="Edward LIM Boon Yan" userId="e0714d14-80ad-498e-a79e-8fd7f3b4f914" providerId="ADAL" clId="{7FE49793-70FC-5231-8191-5DB98C4C3DED}" dt="2026-05-20T08:44:55.649" v="3526" actId="478"/>
        <pc:sldMkLst>
          <pc:docMk/>
          <pc:sldMk cId="0" sldId="260"/>
        </pc:sldMkLst>
        <pc:spChg chg="mod">
          <ac:chgData name="Edward LIM Boon Yan" userId="e0714d14-80ad-498e-a79e-8fd7f3b4f914" providerId="ADAL" clId="{7FE49793-70FC-5231-8191-5DB98C4C3DED}" dt="2026-05-20T07:57:14.227" v="3129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Edward LIM Boon Yan" userId="e0714d14-80ad-498e-a79e-8fd7f3b4f914" providerId="ADAL" clId="{7FE49793-70FC-5231-8191-5DB98C4C3DED}" dt="2026-05-20T07:57:14.227" v="3129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Edward LIM Boon Yan" userId="e0714d14-80ad-498e-a79e-8fd7f3b4f914" providerId="ADAL" clId="{7FE49793-70FC-5231-8191-5DB98C4C3DED}" dt="2026-05-20T08:31:34.095" v="3460" actId="1076"/>
          <ac:spMkLst>
            <pc:docMk/>
            <pc:sldMk cId="0" sldId="260"/>
            <ac:spMk id="4" creationId="{00000000-0000-0000-0000-000000000000}"/>
          </ac:spMkLst>
        </pc:spChg>
        <pc:spChg chg="del mod">
          <ac:chgData name="Edward LIM Boon Yan" userId="e0714d14-80ad-498e-a79e-8fd7f3b4f914" providerId="ADAL" clId="{7FE49793-70FC-5231-8191-5DB98C4C3DED}" dt="2026-05-20T07:56:59.492" v="3124" actId="478"/>
          <ac:spMkLst>
            <pc:docMk/>
            <pc:sldMk cId="0" sldId="260"/>
            <ac:spMk id="6" creationId="{00000000-0000-0000-0000-000000000000}"/>
          </ac:spMkLst>
        </pc:spChg>
        <pc:spChg chg="add del mod">
          <ac:chgData name="Edward LIM Boon Yan" userId="e0714d14-80ad-498e-a79e-8fd7f3b4f914" providerId="ADAL" clId="{7FE49793-70FC-5231-8191-5DB98C4C3DED}" dt="2026-05-20T08:31:37.225" v="3461" actId="478"/>
          <ac:spMkLst>
            <pc:docMk/>
            <pc:sldMk cId="0" sldId="260"/>
            <ac:spMk id="6" creationId="{020F77A3-0DD9-F2AC-16D3-34990476C4A8}"/>
          </ac:spMkLst>
        </pc:spChg>
        <pc:spChg chg="del mod">
          <ac:chgData name="Edward LIM Boon Yan" userId="e0714d14-80ad-498e-a79e-8fd7f3b4f914" providerId="ADAL" clId="{7FE49793-70FC-5231-8191-5DB98C4C3DED}" dt="2026-05-20T07:56:58.833" v="3123" actId="478"/>
          <ac:spMkLst>
            <pc:docMk/>
            <pc:sldMk cId="0" sldId="260"/>
            <ac:spMk id="7" creationId="{00000000-0000-0000-0000-000000000000}"/>
          </ac:spMkLst>
        </pc:spChg>
        <pc:spChg chg="mod">
          <ac:chgData name="Edward LIM Boon Yan" userId="e0714d14-80ad-498e-a79e-8fd7f3b4f914" providerId="ADAL" clId="{7FE49793-70FC-5231-8191-5DB98C4C3DED}" dt="2026-05-20T08:31:40.432" v="3462" actId="1076"/>
          <ac:spMkLst>
            <pc:docMk/>
            <pc:sldMk cId="0" sldId="260"/>
            <ac:spMk id="8" creationId="{00000000-0000-0000-0000-000000000000}"/>
          </ac:spMkLst>
        </pc:spChg>
        <pc:spChg chg="del mod">
          <ac:chgData name="Edward LIM Boon Yan" userId="e0714d14-80ad-498e-a79e-8fd7f3b4f914" providerId="ADAL" clId="{7FE49793-70FC-5231-8191-5DB98C4C3DED}" dt="2026-05-20T07:56:46.788" v="3120" actId="478"/>
          <ac:spMkLst>
            <pc:docMk/>
            <pc:sldMk cId="0" sldId="260"/>
            <ac:spMk id="9" creationId="{00000000-0000-0000-0000-000000000000}"/>
          </ac:spMkLst>
        </pc:spChg>
        <pc:spChg chg="del mod">
          <ac:chgData name="Edward LIM Boon Yan" userId="e0714d14-80ad-498e-a79e-8fd7f3b4f914" providerId="ADAL" clId="{7FE49793-70FC-5231-8191-5DB98C4C3DED}" dt="2026-05-20T07:56:46.306" v="3119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Edward LIM Boon Yan" userId="e0714d14-80ad-498e-a79e-8fd7f3b4f914" providerId="ADAL" clId="{7FE49793-70FC-5231-8191-5DB98C4C3DED}" dt="2026-05-20T08:44:55.649" v="3526" actId="478"/>
          <ac:spMkLst>
            <pc:docMk/>
            <pc:sldMk cId="0" sldId="260"/>
            <ac:spMk id="14" creationId="{00000000-0000-0000-0000-000000000000}"/>
          </ac:spMkLst>
        </pc:spChg>
        <pc:grpChg chg="add del">
          <ac:chgData name="Edward LIM Boon Yan" userId="e0714d14-80ad-498e-a79e-8fd7f3b4f914" providerId="ADAL" clId="{7FE49793-70FC-5231-8191-5DB98C4C3DED}" dt="2026-05-20T07:57:26.319" v="3132" actId="478"/>
          <ac:grpSpMkLst>
            <pc:docMk/>
            <pc:sldMk cId="0" sldId="260"/>
            <ac:grpSpMk id="11" creationId="{00000000-0000-0000-0000-000000000000}"/>
          </ac:grpSpMkLst>
        </pc:grpChg>
        <pc:graphicFrameChg chg="mod modGraphic">
          <ac:chgData name="Edward LIM Boon Yan" userId="e0714d14-80ad-498e-a79e-8fd7f3b4f914" providerId="ADAL" clId="{7FE49793-70FC-5231-8191-5DB98C4C3DED}" dt="2026-05-20T08:31:44.037" v="3463" actId="14100"/>
          <ac:graphicFrameMkLst>
            <pc:docMk/>
            <pc:sldMk cId="0" sldId="260"/>
            <ac:graphicFrameMk id="5" creationId="{00000000-0000-0000-0000-000000000000}"/>
          </ac:graphicFrameMkLst>
        </pc:graphicFrameChg>
      </pc:sldChg>
      <pc:sldChg chg="modSp del">
        <pc:chgData name="Edward LIM Boon Yan" userId="e0714d14-80ad-498e-a79e-8fd7f3b4f914" providerId="ADAL" clId="{7FE49793-70FC-5231-8191-5DB98C4C3DED}" dt="2026-05-20T07:33:38.966" v="2729" actId="2696"/>
        <pc:sldMkLst>
          <pc:docMk/>
          <pc:sldMk cId="0" sldId="261"/>
        </pc:sldMkLst>
        <pc:graphicFrameChg chg="mod">
          <ac:chgData name="Edward LIM Boon Yan" userId="e0714d14-80ad-498e-a79e-8fd7f3b4f914" providerId="ADAL" clId="{7FE49793-70FC-5231-8191-5DB98C4C3DED}" dt="2026-05-20T07:21:08.302" v="2519"/>
          <ac:graphicFrameMkLst>
            <pc:docMk/>
            <pc:sldMk cId="0" sldId="261"/>
            <ac:graphicFrameMk id="5" creationId="{00000000-0000-0000-0000-000000000000}"/>
          </ac:graphicFrameMkLst>
        </pc:graphicFrameChg>
      </pc:sldChg>
      <pc:sldChg chg="del">
        <pc:chgData name="Edward LIM Boon Yan" userId="e0714d14-80ad-498e-a79e-8fd7f3b4f914" providerId="ADAL" clId="{7FE49793-70FC-5231-8191-5DB98C4C3DED}" dt="2026-05-20T07:33:39.888" v="2730" actId="2696"/>
        <pc:sldMkLst>
          <pc:docMk/>
          <pc:sldMk cId="0" sldId="262"/>
        </pc:sldMkLst>
      </pc:sldChg>
      <pc:sldChg chg="del">
        <pc:chgData name="Edward LIM Boon Yan" userId="e0714d14-80ad-498e-a79e-8fd7f3b4f914" providerId="ADAL" clId="{7FE49793-70FC-5231-8191-5DB98C4C3DED}" dt="2026-05-20T08:03:29.934" v="3216" actId="2696"/>
        <pc:sldMkLst>
          <pc:docMk/>
          <pc:sldMk cId="0" sldId="263"/>
        </pc:sldMkLst>
      </pc:sldChg>
      <pc:sldChg chg="del">
        <pc:chgData name="Edward LIM Boon Yan" userId="e0714d14-80ad-498e-a79e-8fd7f3b4f914" providerId="ADAL" clId="{7FE49793-70FC-5231-8191-5DB98C4C3DED}" dt="2026-05-20T02:57:37.450" v="120" actId="2696"/>
        <pc:sldMkLst>
          <pc:docMk/>
          <pc:sldMk cId="0" sldId="264"/>
        </pc:sldMkLst>
      </pc:sldChg>
      <pc:sldChg chg="modSp del mod">
        <pc:chgData name="Edward LIM Boon Yan" userId="e0714d14-80ad-498e-a79e-8fd7f3b4f914" providerId="ADAL" clId="{7FE49793-70FC-5231-8191-5DB98C4C3DED}" dt="2026-05-20T07:33:44.178" v="2731" actId="2696"/>
        <pc:sldMkLst>
          <pc:docMk/>
          <pc:sldMk cId="0" sldId="265"/>
        </pc:sldMkLst>
        <pc:grpChg chg="mod">
          <ac:chgData name="Edward LIM Boon Yan" userId="e0714d14-80ad-498e-a79e-8fd7f3b4f914" providerId="ADAL" clId="{7FE49793-70FC-5231-8191-5DB98C4C3DED}" dt="2026-05-20T02:57:38.820" v="121" actId="1076"/>
          <ac:grpSpMkLst>
            <pc:docMk/>
            <pc:sldMk cId="0" sldId="265"/>
            <ac:grpSpMk id="2" creationId="{00000000-0000-0000-0000-000000000000}"/>
          </ac:grpSpMkLst>
        </pc:grpChg>
      </pc:sldChg>
      <pc:sldChg chg="del">
        <pc:chgData name="Edward LIM Boon Yan" userId="e0714d14-80ad-498e-a79e-8fd7f3b4f914" providerId="ADAL" clId="{7FE49793-70FC-5231-8191-5DB98C4C3DED}" dt="2026-05-20T07:33:46.161" v="2732" actId="2696"/>
        <pc:sldMkLst>
          <pc:docMk/>
          <pc:sldMk cId="0" sldId="266"/>
        </pc:sldMkLst>
      </pc:sldChg>
      <pc:sldChg chg="del">
        <pc:chgData name="Edward LIM Boon Yan" userId="e0714d14-80ad-498e-a79e-8fd7f3b4f914" providerId="ADAL" clId="{7FE49793-70FC-5231-8191-5DB98C4C3DED}" dt="2026-05-20T07:33:47.197" v="2733" actId="2696"/>
        <pc:sldMkLst>
          <pc:docMk/>
          <pc:sldMk cId="0" sldId="267"/>
        </pc:sldMkLst>
      </pc:sldChg>
      <pc:sldChg chg="del">
        <pc:chgData name="Edward LIM Boon Yan" userId="e0714d14-80ad-498e-a79e-8fd7f3b4f914" providerId="ADAL" clId="{7FE49793-70FC-5231-8191-5DB98C4C3DED}" dt="2026-05-20T02:57:34.960" v="118" actId="2696"/>
        <pc:sldMkLst>
          <pc:docMk/>
          <pc:sldMk cId="0" sldId="268"/>
        </pc:sldMkLst>
      </pc:sldChg>
      <pc:sldChg chg="del">
        <pc:chgData name="Edward LIM Boon Yan" userId="e0714d14-80ad-498e-a79e-8fd7f3b4f914" providerId="ADAL" clId="{7FE49793-70FC-5231-8191-5DB98C4C3DED}" dt="2026-05-20T07:33:48.019" v="2734" actId="2696"/>
        <pc:sldMkLst>
          <pc:docMk/>
          <pc:sldMk cId="0" sldId="269"/>
        </pc:sldMkLst>
      </pc:sldChg>
      <pc:sldChg chg="del">
        <pc:chgData name="Edward LIM Boon Yan" userId="e0714d14-80ad-498e-a79e-8fd7f3b4f914" providerId="ADAL" clId="{7FE49793-70FC-5231-8191-5DB98C4C3DED}" dt="2026-05-20T02:57:36.662" v="119" actId="2696"/>
        <pc:sldMkLst>
          <pc:docMk/>
          <pc:sldMk cId="0" sldId="270"/>
        </pc:sldMkLst>
      </pc:sldChg>
      <pc:sldChg chg="del">
        <pc:chgData name="Edward LIM Boon Yan" userId="e0714d14-80ad-498e-a79e-8fd7f3b4f914" providerId="ADAL" clId="{7FE49793-70FC-5231-8191-5DB98C4C3DED}" dt="2026-05-20T07:33:48.881" v="2735" actId="2696"/>
        <pc:sldMkLst>
          <pc:docMk/>
          <pc:sldMk cId="0" sldId="271"/>
        </pc:sldMkLst>
      </pc:sldChg>
      <pc:sldChg chg="del">
        <pc:chgData name="Edward LIM Boon Yan" userId="e0714d14-80ad-498e-a79e-8fd7f3b4f914" providerId="ADAL" clId="{7FE49793-70FC-5231-8191-5DB98C4C3DED}" dt="2026-05-20T07:33:49.642" v="2736" actId="2696"/>
        <pc:sldMkLst>
          <pc:docMk/>
          <pc:sldMk cId="0" sldId="272"/>
        </pc:sldMkLst>
      </pc:sldChg>
      <pc:sldChg chg="addSp delSp modSp del mod">
        <pc:chgData name="Edward LIM Boon Yan" userId="e0714d14-80ad-498e-a79e-8fd7f3b4f914" providerId="ADAL" clId="{7FE49793-70FC-5231-8191-5DB98C4C3DED}" dt="2026-05-20T07:33:50.853" v="2737" actId="2696"/>
        <pc:sldMkLst>
          <pc:docMk/>
          <pc:sldMk cId="0" sldId="273"/>
        </pc:sldMkLst>
        <pc:spChg chg="add del mod">
          <ac:chgData name="Edward LIM Boon Yan" userId="e0714d14-80ad-498e-a79e-8fd7f3b4f914" providerId="ADAL" clId="{7FE49793-70FC-5231-8191-5DB98C4C3DED}" dt="2026-05-20T02:59:00.416" v="124"/>
          <ac:spMkLst>
            <pc:docMk/>
            <pc:sldMk cId="0" sldId="273"/>
            <ac:spMk id="61" creationId="{24533855-7104-946F-4D26-ED5F78396A85}"/>
          </ac:spMkLst>
        </pc:spChg>
      </pc:sldChg>
      <pc:sldChg chg="del">
        <pc:chgData name="Edward LIM Boon Yan" userId="e0714d14-80ad-498e-a79e-8fd7f3b4f914" providerId="ADAL" clId="{7FE49793-70FC-5231-8191-5DB98C4C3DED}" dt="2026-05-20T08:03:29.934" v="3216" actId="2696"/>
        <pc:sldMkLst>
          <pc:docMk/>
          <pc:sldMk cId="0" sldId="274"/>
        </pc:sldMkLst>
      </pc:sldChg>
      <pc:sldChg chg="del">
        <pc:chgData name="Edward LIM Boon Yan" userId="e0714d14-80ad-498e-a79e-8fd7f3b4f914" providerId="ADAL" clId="{7FE49793-70FC-5231-8191-5DB98C4C3DED}" dt="2026-05-20T08:03:29.934" v="3216" actId="2696"/>
        <pc:sldMkLst>
          <pc:docMk/>
          <pc:sldMk cId="0" sldId="275"/>
        </pc:sldMkLst>
      </pc:sldChg>
      <pc:sldChg chg="del">
        <pc:chgData name="Edward LIM Boon Yan" userId="e0714d14-80ad-498e-a79e-8fd7f3b4f914" providerId="ADAL" clId="{7FE49793-70FC-5231-8191-5DB98C4C3DED}" dt="2026-05-20T07:33:53.841" v="2738" actId="2696"/>
        <pc:sldMkLst>
          <pc:docMk/>
          <pc:sldMk cId="0" sldId="276"/>
        </pc:sldMkLst>
      </pc:sldChg>
      <pc:sldChg chg="del">
        <pc:chgData name="Edward LIM Boon Yan" userId="e0714d14-80ad-498e-a79e-8fd7f3b4f914" providerId="ADAL" clId="{7FE49793-70FC-5231-8191-5DB98C4C3DED}" dt="2026-05-20T07:33:58.367" v="2739" actId="2696"/>
        <pc:sldMkLst>
          <pc:docMk/>
          <pc:sldMk cId="0" sldId="277"/>
        </pc:sldMkLst>
      </pc:sldChg>
      <pc:sldChg chg="addSp delSp modSp add mod">
        <pc:chgData name="Edward LIM Boon Yan" userId="e0714d14-80ad-498e-a79e-8fd7f3b4f914" providerId="ADAL" clId="{7FE49793-70FC-5231-8191-5DB98C4C3DED}" dt="2026-05-20T08:45:07.985" v="3531" actId="478"/>
        <pc:sldMkLst>
          <pc:docMk/>
          <pc:sldMk cId="1430935054" sldId="278"/>
        </pc:sldMkLst>
        <pc:spChg chg="del">
          <ac:chgData name="Edward LIM Boon Yan" userId="e0714d14-80ad-498e-a79e-8fd7f3b4f914" providerId="ADAL" clId="{7FE49793-70FC-5231-8191-5DB98C4C3DED}" dt="2026-05-20T02:59:22.804" v="126" actId="478"/>
          <ac:spMkLst>
            <pc:docMk/>
            <pc:sldMk cId="1430935054" sldId="278"/>
            <ac:spMk id="2" creationId="{D26EC838-609E-1E2F-8F6A-71A710C4CBD7}"/>
          </ac:spMkLst>
        </pc:spChg>
        <pc:spChg chg="del">
          <ac:chgData name="Edward LIM Boon Yan" userId="e0714d14-80ad-498e-a79e-8fd7f3b4f914" providerId="ADAL" clId="{7FE49793-70FC-5231-8191-5DB98C4C3DED}" dt="2026-05-20T02:59:24.875" v="128" actId="478"/>
          <ac:spMkLst>
            <pc:docMk/>
            <pc:sldMk cId="1430935054" sldId="278"/>
            <ac:spMk id="3" creationId="{481150A8-793E-500C-DFE3-A32095B0835B}"/>
          </ac:spMkLst>
        </pc:spChg>
        <pc:spChg chg="mod">
          <ac:chgData name="Edward LIM Boon Yan" userId="e0714d14-80ad-498e-a79e-8fd7f3b4f914" providerId="ADAL" clId="{7FE49793-70FC-5231-8191-5DB98C4C3DED}" dt="2026-05-20T04:23:31.495" v="1486" actId="1076"/>
          <ac:spMkLst>
            <pc:docMk/>
            <pc:sldMk cId="1430935054" sldId="278"/>
            <ac:spMk id="4" creationId="{1873D543-52F4-294F-898E-90050BD0B765}"/>
          </ac:spMkLst>
        </pc:spChg>
        <pc:spChg chg="del">
          <ac:chgData name="Edward LIM Boon Yan" userId="e0714d14-80ad-498e-a79e-8fd7f3b4f914" providerId="ADAL" clId="{7FE49793-70FC-5231-8191-5DB98C4C3DED}" dt="2026-05-20T02:59:33.300" v="131" actId="478"/>
          <ac:spMkLst>
            <pc:docMk/>
            <pc:sldMk cId="1430935054" sldId="278"/>
            <ac:spMk id="6" creationId="{51245A13-FC36-CC45-5B51-10F0A00ABF6C}"/>
          </ac:spMkLst>
        </pc:spChg>
        <pc:spChg chg="del">
          <ac:chgData name="Edward LIM Boon Yan" userId="e0714d14-80ad-498e-a79e-8fd7f3b4f914" providerId="ADAL" clId="{7FE49793-70FC-5231-8191-5DB98C4C3DED}" dt="2026-05-20T02:59:33.917" v="132" actId="478"/>
          <ac:spMkLst>
            <pc:docMk/>
            <pc:sldMk cId="1430935054" sldId="278"/>
            <ac:spMk id="7" creationId="{31C5C5E5-842F-4A35-85B9-A596A0AD50B8}"/>
          </ac:spMkLst>
        </pc:spChg>
        <pc:spChg chg="del">
          <ac:chgData name="Edward LIM Boon Yan" userId="e0714d14-80ad-498e-a79e-8fd7f3b4f914" providerId="ADAL" clId="{7FE49793-70FC-5231-8191-5DB98C4C3DED}" dt="2026-05-20T02:59:34.749" v="133" actId="478"/>
          <ac:spMkLst>
            <pc:docMk/>
            <pc:sldMk cId="1430935054" sldId="278"/>
            <ac:spMk id="8" creationId="{7EEBEDCE-73DD-633F-DC4B-CF9FE1065642}"/>
          </ac:spMkLst>
        </pc:spChg>
        <pc:spChg chg="del">
          <ac:chgData name="Edward LIM Boon Yan" userId="e0714d14-80ad-498e-a79e-8fd7f3b4f914" providerId="ADAL" clId="{7FE49793-70FC-5231-8191-5DB98C4C3DED}" dt="2026-05-20T02:59:35.281" v="134" actId="478"/>
          <ac:spMkLst>
            <pc:docMk/>
            <pc:sldMk cId="1430935054" sldId="278"/>
            <ac:spMk id="9" creationId="{7CD34286-6201-5476-A3C2-731B5C7162F5}"/>
          </ac:spMkLst>
        </pc:spChg>
        <pc:spChg chg="del">
          <ac:chgData name="Edward LIM Boon Yan" userId="e0714d14-80ad-498e-a79e-8fd7f3b4f914" providerId="ADAL" clId="{7FE49793-70FC-5231-8191-5DB98C4C3DED}" dt="2026-05-20T02:59:36.181" v="135" actId="478"/>
          <ac:spMkLst>
            <pc:docMk/>
            <pc:sldMk cId="1430935054" sldId="278"/>
            <ac:spMk id="10" creationId="{F2C09141-41E8-C68C-B7AF-6E2820ADE9FF}"/>
          </ac:spMkLst>
        </pc:spChg>
        <pc:spChg chg="del">
          <ac:chgData name="Edward LIM Boon Yan" userId="e0714d14-80ad-498e-a79e-8fd7f3b4f914" providerId="ADAL" clId="{7FE49793-70FC-5231-8191-5DB98C4C3DED}" dt="2026-05-20T08:45:07.985" v="3531" actId="478"/>
          <ac:spMkLst>
            <pc:docMk/>
            <pc:sldMk cId="1430935054" sldId="278"/>
            <ac:spMk id="14" creationId="{6F8F0400-D7B7-A115-D0FA-1B7AECC15A7E}"/>
          </ac:spMkLst>
        </pc:spChg>
        <pc:spChg chg="add mod">
          <ac:chgData name="Edward LIM Boon Yan" userId="e0714d14-80ad-498e-a79e-8fd7f3b4f914" providerId="ADAL" clId="{7FE49793-70FC-5231-8191-5DB98C4C3DED}" dt="2026-05-20T03:53:44.345" v="803" actId="207"/>
          <ac:spMkLst>
            <pc:docMk/>
            <pc:sldMk cId="1430935054" sldId="278"/>
            <ac:spMk id="17" creationId="{997A88D0-9A71-E945-DBCC-BE9A0E2C300D}"/>
          </ac:spMkLst>
        </pc:spChg>
        <pc:spChg chg="add mod">
          <ac:chgData name="Edward LIM Boon Yan" userId="e0714d14-80ad-498e-a79e-8fd7f3b4f914" providerId="ADAL" clId="{7FE49793-70FC-5231-8191-5DB98C4C3DED}" dt="2026-05-20T03:24:10.294" v="622" actId="20577"/>
          <ac:spMkLst>
            <pc:docMk/>
            <pc:sldMk cId="1430935054" sldId="278"/>
            <ac:spMk id="18" creationId="{97E6FD77-A229-923B-D0EC-A8C314D2EF2E}"/>
          </ac:spMkLst>
        </pc:spChg>
        <pc:spChg chg="add mod">
          <ac:chgData name="Edward LIM Boon Yan" userId="e0714d14-80ad-498e-a79e-8fd7f3b4f914" providerId="ADAL" clId="{7FE49793-70FC-5231-8191-5DB98C4C3DED}" dt="2026-05-20T03:14:41.464" v="484" actId="12788"/>
          <ac:spMkLst>
            <pc:docMk/>
            <pc:sldMk cId="1430935054" sldId="278"/>
            <ac:spMk id="19" creationId="{6D856EDD-22A6-D50E-541E-5C5EC9C1563C}"/>
          </ac:spMkLst>
        </pc:spChg>
        <pc:spChg chg="add mod">
          <ac:chgData name="Edward LIM Boon Yan" userId="e0714d14-80ad-498e-a79e-8fd7f3b4f914" providerId="ADAL" clId="{7FE49793-70FC-5231-8191-5DB98C4C3DED}" dt="2026-05-20T03:14:41.464" v="484" actId="12788"/>
          <ac:spMkLst>
            <pc:docMk/>
            <pc:sldMk cId="1430935054" sldId="278"/>
            <ac:spMk id="20" creationId="{DE355888-2B2F-CAEC-D2E0-DE7316B73A29}"/>
          </ac:spMkLst>
        </pc:spChg>
        <pc:spChg chg="add mod">
          <ac:chgData name="Edward LIM Boon Yan" userId="e0714d14-80ad-498e-a79e-8fd7f3b4f914" providerId="ADAL" clId="{7FE49793-70FC-5231-8191-5DB98C4C3DED}" dt="2026-05-20T03:21:31.651" v="591" actId="14100"/>
          <ac:spMkLst>
            <pc:docMk/>
            <pc:sldMk cId="1430935054" sldId="278"/>
            <ac:spMk id="21" creationId="{1A1758B6-7E32-ED16-6769-F7DF120CE0F5}"/>
          </ac:spMkLst>
        </pc:spChg>
        <pc:spChg chg="add mod">
          <ac:chgData name="Edward LIM Boon Yan" userId="e0714d14-80ad-498e-a79e-8fd7f3b4f914" providerId="ADAL" clId="{7FE49793-70FC-5231-8191-5DB98C4C3DED}" dt="2026-05-20T03:21:17.926" v="588" actId="14100"/>
          <ac:spMkLst>
            <pc:docMk/>
            <pc:sldMk cId="1430935054" sldId="278"/>
            <ac:spMk id="22" creationId="{A8353F61-BB1F-7002-378C-381015F40F08}"/>
          </ac:spMkLst>
        </pc:spChg>
        <pc:spChg chg="add mod">
          <ac:chgData name="Edward LIM Boon Yan" userId="e0714d14-80ad-498e-a79e-8fd7f3b4f914" providerId="ADAL" clId="{7FE49793-70FC-5231-8191-5DB98C4C3DED}" dt="2026-05-20T03:21:19.170" v="589" actId="113"/>
          <ac:spMkLst>
            <pc:docMk/>
            <pc:sldMk cId="1430935054" sldId="278"/>
            <ac:spMk id="23" creationId="{8D374C7A-F2B1-CBAE-0423-962780A29BFC}"/>
          </ac:spMkLst>
        </pc:spChg>
        <pc:spChg chg="add del mod">
          <ac:chgData name="Edward LIM Boon Yan" userId="e0714d14-80ad-498e-a79e-8fd7f3b4f914" providerId="ADAL" clId="{7FE49793-70FC-5231-8191-5DB98C4C3DED}" dt="2026-05-20T03:17:36.636" v="521" actId="478"/>
          <ac:spMkLst>
            <pc:docMk/>
            <pc:sldMk cId="1430935054" sldId="278"/>
            <ac:spMk id="24" creationId="{04CD4248-CEF0-7458-BF2F-5A62614E12FB}"/>
          </ac:spMkLst>
        </pc:spChg>
        <pc:spChg chg="add mod">
          <ac:chgData name="Edward LIM Boon Yan" userId="e0714d14-80ad-498e-a79e-8fd7f3b4f914" providerId="ADAL" clId="{7FE49793-70FC-5231-8191-5DB98C4C3DED}" dt="2026-05-20T07:03:37.523" v="2431" actId="14100"/>
          <ac:spMkLst>
            <pc:docMk/>
            <pc:sldMk cId="1430935054" sldId="278"/>
            <ac:spMk id="25" creationId="{E69F9275-F3F4-599C-4F75-D8009794F443}"/>
          </ac:spMkLst>
        </pc:spChg>
        <pc:spChg chg="add mod topLvl">
          <ac:chgData name="Edward LIM Boon Yan" userId="e0714d14-80ad-498e-a79e-8fd7f3b4f914" providerId="ADAL" clId="{7FE49793-70FC-5231-8191-5DB98C4C3DED}" dt="2026-05-20T04:23:39.767" v="1525" actId="1038"/>
          <ac:spMkLst>
            <pc:docMk/>
            <pc:sldMk cId="1430935054" sldId="278"/>
            <ac:spMk id="26" creationId="{B81F7C3B-2EA2-7F35-2CAB-E46348C6AC31}"/>
          </ac:spMkLst>
        </pc:spChg>
        <pc:spChg chg="add mod topLvl">
          <ac:chgData name="Edward LIM Boon Yan" userId="e0714d14-80ad-498e-a79e-8fd7f3b4f914" providerId="ADAL" clId="{7FE49793-70FC-5231-8191-5DB98C4C3DED}" dt="2026-05-20T04:23:39.767" v="1525" actId="1038"/>
          <ac:spMkLst>
            <pc:docMk/>
            <pc:sldMk cId="1430935054" sldId="278"/>
            <ac:spMk id="37" creationId="{91C93D83-5A2C-69CF-383A-48604DD80E33}"/>
          </ac:spMkLst>
        </pc:spChg>
        <pc:spChg chg="add mod topLvl">
          <ac:chgData name="Edward LIM Boon Yan" userId="e0714d14-80ad-498e-a79e-8fd7f3b4f914" providerId="ADAL" clId="{7FE49793-70FC-5231-8191-5DB98C4C3DED}" dt="2026-05-20T04:26:25" v="1545" actId="1076"/>
          <ac:spMkLst>
            <pc:docMk/>
            <pc:sldMk cId="1430935054" sldId="278"/>
            <ac:spMk id="38" creationId="{7A62670D-33A4-66FA-D4F5-0C814B9A04A8}"/>
          </ac:spMkLst>
        </pc:spChg>
        <pc:spChg chg="add mod">
          <ac:chgData name="Edward LIM Boon Yan" userId="e0714d14-80ad-498e-a79e-8fd7f3b4f914" providerId="ADAL" clId="{7FE49793-70FC-5231-8191-5DB98C4C3DED}" dt="2026-05-20T04:31:32.113" v="1772" actId="1076"/>
          <ac:spMkLst>
            <pc:docMk/>
            <pc:sldMk cId="1430935054" sldId="278"/>
            <ac:spMk id="53" creationId="{9906A9D6-B9CF-EBEA-98F9-D7B81A73B883}"/>
          </ac:spMkLst>
        </pc:spChg>
        <pc:spChg chg="add mod">
          <ac:chgData name="Edward LIM Boon Yan" userId="e0714d14-80ad-498e-a79e-8fd7f3b4f914" providerId="ADAL" clId="{7FE49793-70FC-5231-8191-5DB98C4C3DED}" dt="2026-05-20T04:23:39.767" v="1525" actId="1038"/>
          <ac:spMkLst>
            <pc:docMk/>
            <pc:sldMk cId="1430935054" sldId="278"/>
            <ac:spMk id="58" creationId="{2767E1E0-F92E-7F86-68C7-3B713E1E5C75}"/>
          </ac:spMkLst>
        </pc:spChg>
        <pc:spChg chg="add mod topLvl">
          <ac:chgData name="Edward LIM Boon Yan" userId="e0714d14-80ad-498e-a79e-8fd7f3b4f914" providerId="ADAL" clId="{7FE49793-70FC-5231-8191-5DB98C4C3DED}" dt="2026-05-20T07:15:27.244" v="2509" actId="165"/>
          <ac:spMkLst>
            <pc:docMk/>
            <pc:sldMk cId="1430935054" sldId="278"/>
            <ac:spMk id="65" creationId="{C430F5D1-9987-60E6-95B9-3E32A2BBC3B5}"/>
          </ac:spMkLst>
        </pc:spChg>
        <pc:spChg chg="add mod topLvl">
          <ac:chgData name="Edward LIM Boon Yan" userId="e0714d14-80ad-498e-a79e-8fd7f3b4f914" providerId="ADAL" clId="{7FE49793-70FC-5231-8191-5DB98C4C3DED}" dt="2026-05-20T07:15:27.244" v="2509" actId="165"/>
          <ac:spMkLst>
            <pc:docMk/>
            <pc:sldMk cId="1430935054" sldId="278"/>
            <ac:spMk id="66" creationId="{28B239C4-ADF6-606B-49CF-2B4DACD24B37}"/>
          </ac:spMkLst>
        </pc:spChg>
        <pc:spChg chg="add mod topLvl">
          <ac:chgData name="Edward LIM Boon Yan" userId="e0714d14-80ad-498e-a79e-8fd7f3b4f914" providerId="ADAL" clId="{7FE49793-70FC-5231-8191-5DB98C4C3DED}" dt="2026-05-20T07:15:27.244" v="2509" actId="165"/>
          <ac:spMkLst>
            <pc:docMk/>
            <pc:sldMk cId="1430935054" sldId="278"/>
            <ac:spMk id="67" creationId="{C97128A6-E0CB-D21B-6D75-565AF9A8A520}"/>
          </ac:spMkLst>
        </pc:spChg>
        <pc:spChg chg="add mod topLvl">
          <ac:chgData name="Edward LIM Boon Yan" userId="e0714d14-80ad-498e-a79e-8fd7f3b4f914" providerId="ADAL" clId="{7FE49793-70FC-5231-8191-5DB98C4C3DED}" dt="2026-05-20T07:15:27.244" v="2509" actId="165"/>
          <ac:spMkLst>
            <pc:docMk/>
            <pc:sldMk cId="1430935054" sldId="278"/>
            <ac:spMk id="68" creationId="{CC80E48C-3377-FA9E-5ABF-FF678E8D0DC2}"/>
          </ac:spMkLst>
        </pc:spChg>
        <pc:spChg chg="add del mod">
          <ac:chgData name="Edward LIM Boon Yan" userId="e0714d14-80ad-498e-a79e-8fd7f3b4f914" providerId="ADAL" clId="{7FE49793-70FC-5231-8191-5DB98C4C3DED}" dt="2026-05-20T03:57:44.075" v="835" actId="478"/>
          <ac:spMkLst>
            <pc:docMk/>
            <pc:sldMk cId="1430935054" sldId="278"/>
            <ac:spMk id="71" creationId="{A8CB4173-8DE0-9E9F-5053-D7906DA0F586}"/>
          </ac:spMkLst>
        </pc:spChg>
        <pc:spChg chg="add del mod">
          <ac:chgData name="Edward LIM Boon Yan" userId="e0714d14-80ad-498e-a79e-8fd7f3b4f914" providerId="ADAL" clId="{7FE49793-70FC-5231-8191-5DB98C4C3DED}" dt="2026-05-20T03:58:12.916" v="838"/>
          <ac:spMkLst>
            <pc:docMk/>
            <pc:sldMk cId="1430935054" sldId="278"/>
            <ac:spMk id="72" creationId="{54514202-9821-C92C-6BAA-BB139F883BF2}"/>
          </ac:spMkLst>
        </pc:spChg>
        <pc:spChg chg="mod">
          <ac:chgData name="Edward LIM Boon Yan" userId="e0714d14-80ad-498e-a79e-8fd7f3b4f914" providerId="ADAL" clId="{7FE49793-70FC-5231-8191-5DB98C4C3DED}" dt="2026-05-20T03:58:31.826" v="839"/>
          <ac:spMkLst>
            <pc:docMk/>
            <pc:sldMk cId="1430935054" sldId="278"/>
            <ac:spMk id="74" creationId="{99EB49B9-1793-639E-F7FE-39DBBF85C3F9}"/>
          </ac:spMkLst>
        </pc:spChg>
        <pc:spChg chg="mod">
          <ac:chgData name="Edward LIM Boon Yan" userId="e0714d14-80ad-498e-a79e-8fd7f3b4f914" providerId="ADAL" clId="{7FE49793-70FC-5231-8191-5DB98C4C3DED}" dt="2026-05-20T04:17:52.156" v="1399" actId="20577"/>
          <ac:spMkLst>
            <pc:docMk/>
            <pc:sldMk cId="1430935054" sldId="278"/>
            <ac:spMk id="75" creationId="{53EBAE56-9C15-FDA1-43BF-9B57068D3DF1}"/>
          </ac:spMkLst>
        </pc:spChg>
        <pc:spChg chg="add mod">
          <ac:chgData name="Edward LIM Boon Yan" userId="e0714d14-80ad-498e-a79e-8fd7f3b4f914" providerId="ADAL" clId="{7FE49793-70FC-5231-8191-5DB98C4C3DED}" dt="2026-05-20T04:26:01.892" v="1542" actId="1076"/>
          <ac:spMkLst>
            <pc:docMk/>
            <pc:sldMk cId="1430935054" sldId="278"/>
            <ac:spMk id="119" creationId="{737A3296-8528-DE32-EF9B-2A631AA53E98}"/>
          </ac:spMkLst>
        </pc:spChg>
        <pc:spChg chg="add mod">
          <ac:chgData name="Edward LIM Boon Yan" userId="e0714d14-80ad-498e-a79e-8fd7f3b4f914" providerId="ADAL" clId="{7FE49793-70FC-5231-8191-5DB98C4C3DED}" dt="2026-05-20T04:23:39.767" v="1525" actId="1038"/>
          <ac:spMkLst>
            <pc:docMk/>
            <pc:sldMk cId="1430935054" sldId="278"/>
            <ac:spMk id="120" creationId="{436512A5-0002-2CF3-CABE-CF5FF9B7843A}"/>
          </ac:spMkLst>
        </pc:spChg>
        <pc:spChg chg="add mod">
          <ac:chgData name="Edward LIM Boon Yan" userId="e0714d14-80ad-498e-a79e-8fd7f3b4f914" providerId="ADAL" clId="{7FE49793-70FC-5231-8191-5DB98C4C3DED}" dt="2026-05-20T04:26:11.131" v="1543" actId="1076"/>
          <ac:spMkLst>
            <pc:docMk/>
            <pc:sldMk cId="1430935054" sldId="278"/>
            <ac:spMk id="121" creationId="{A5F7CC30-65A4-53ED-4FB3-5FF0A5367C69}"/>
          </ac:spMkLst>
        </pc:spChg>
        <pc:spChg chg="add mod">
          <ac:chgData name="Edward LIM Boon Yan" userId="e0714d14-80ad-498e-a79e-8fd7f3b4f914" providerId="ADAL" clId="{7FE49793-70FC-5231-8191-5DB98C4C3DED}" dt="2026-05-20T04:30:55.894" v="1771" actId="1076"/>
          <ac:spMkLst>
            <pc:docMk/>
            <pc:sldMk cId="1430935054" sldId="278"/>
            <ac:spMk id="122" creationId="{5EFDB413-0CE4-57C1-1855-C20FA93764EF}"/>
          </ac:spMkLst>
        </pc:spChg>
        <pc:spChg chg="add mod">
          <ac:chgData name="Edward LIM Boon Yan" userId="e0714d14-80ad-498e-a79e-8fd7f3b4f914" providerId="ADAL" clId="{7FE49793-70FC-5231-8191-5DB98C4C3DED}" dt="2026-05-20T04:21:37.763" v="1453" actId="14100"/>
          <ac:spMkLst>
            <pc:docMk/>
            <pc:sldMk cId="1430935054" sldId="278"/>
            <ac:spMk id="128" creationId="{2DA0F8DD-24C4-ABCF-BEED-DE5323D6F85B}"/>
          </ac:spMkLst>
        </pc:spChg>
        <pc:spChg chg="add mod">
          <ac:chgData name="Edward LIM Boon Yan" userId="e0714d14-80ad-498e-a79e-8fd7f3b4f914" providerId="ADAL" clId="{7FE49793-70FC-5231-8191-5DB98C4C3DED}" dt="2026-05-20T04:20:57.839" v="1422"/>
          <ac:spMkLst>
            <pc:docMk/>
            <pc:sldMk cId="1430935054" sldId="278"/>
            <ac:spMk id="129" creationId="{408277CF-47B5-01DD-1F3A-20C7E54C3906}"/>
          </ac:spMkLst>
        </pc:spChg>
        <pc:spChg chg="add mod">
          <ac:chgData name="Edward LIM Boon Yan" userId="e0714d14-80ad-498e-a79e-8fd7f3b4f914" providerId="ADAL" clId="{7FE49793-70FC-5231-8191-5DB98C4C3DED}" dt="2026-05-20T04:21:40.964" v="1455" actId="20577"/>
          <ac:spMkLst>
            <pc:docMk/>
            <pc:sldMk cId="1430935054" sldId="278"/>
            <ac:spMk id="130" creationId="{969FDF21-F098-B08A-33D1-9435489A3567}"/>
          </ac:spMkLst>
        </pc:spChg>
        <pc:spChg chg="add mod">
          <ac:chgData name="Edward LIM Boon Yan" userId="e0714d14-80ad-498e-a79e-8fd7f3b4f914" providerId="ADAL" clId="{7FE49793-70FC-5231-8191-5DB98C4C3DED}" dt="2026-05-20T04:23:39.767" v="1525" actId="1038"/>
          <ac:spMkLst>
            <pc:docMk/>
            <pc:sldMk cId="1430935054" sldId="278"/>
            <ac:spMk id="131" creationId="{DA58B2BF-06C6-018B-9622-9A04CC6A63EF}"/>
          </ac:spMkLst>
        </pc:spChg>
        <pc:spChg chg="add mod">
          <ac:chgData name="Edward LIM Boon Yan" userId="e0714d14-80ad-498e-a79e-8fd7f3b4f914" providerId="ADAL" clId="{7FE49793-70FC-5231-8191-5DB98C4C3DED}" dt="2026-05-20T04:28:21.753" v="1600" actId="1076"/>
          <ac:spMkLst>
            <pc:docMk/>
            <pc:sldMk cId="1430935054" sldId="278"/>
            <ac:spMk id="140" creationId="{8DFCAAB0-B0CE-52C8-9458-AF48CDDC5688}"/>
          </ac:spMkLst>
        </pc:spChg>
        <pc:spChg chg="add mod">
          <ac:chgData name="Edward LIM Boon Yan" userId="e0714d14-80ad-498e-a79e-8fd7f3b4f914" providerId="ADAL" clId="{7FE49793-70FC-5231-8191-5DB98C4C3DED}" dt="2026-05-20T04:28:46.066" v="1655" actId="20577"/>
          <ac:spMkLst>
            <pc:docMk/>
            <pc:sldMk cId="1430935054" sldId="278"/>
            <ac:spMk id="141" creationId="{24B2123F-CDBC-E08C-BA19-229065A66DB7}"/>
          </ac:spMkLst>
        </pc:spChg>
        <pc:spChg chg="add mod">
          <ac:chgData name="Edward LIM Boon Yan" userId="e0714d14-80ad-498e-a79e-8fd7f3b4f914" providerId="ADAL" clId="{7FE49793-70FC-5231-8191-5DB98C4C3DED}" dt="2026-05-20T04:29:25.636" v="1764" actId="20577"/>
          <ac:spMkLst>
            <pc:docMk/>
            <pc:sldMk cId="1430935054" sldId="278"/>
            <ac:spMk id="142" creationId="{EEC11143-70FE-5496-CD4F-7B4517319E5D}"/>
          </ac:spMkLst>
        </pc:spChg>
        <pc:grpChg chg="del">
          <ac:chgData name="Edward LIM Boon Yan" userId="e0714d14-80ad-498e-a79e-8fd7f3b4f914" providerId="ADAL" clId="{7FE49793-70FC-5231-8191-5DB98C4C3DED}" dt="2026-05-20T02:59:24.089" v="127" actId="478"/>
          <ac:grpSpMkLst>
            <pc:docMk/>
            <pc:sldMk cId="1430935054" sldId="278"/>
            <ac:grpSpMk id="11" creationId="{D9A0E68E-0E3E-9859-7DAE-FAD16D96A083}"/>
          </ac:grpSpMkLst>
        </pc:grpChg>
        <pc:grpChg chg="add del mod">
          <ac:chgData name="Edward LIM Boon Yan" userId="e0714d14-80ad-498e-a79e-8fd7f3b4f914" providerId="ADAL" clId="{7FE49793-70FC-5231-8191-5DB98C4C3DED}" dt="2026-05-20T04:03:20.055" v="1155" actId="165"/>
          <ac:grpSpMkLst>
            <pc:docMk/>
            <pc:sldMk cId="1430935054" sldId="278"/>
            <ac:grpSpMk id="56" creationId="{A12AB630-866E-E981-F280-FE9E096F1BB7}"/>
          </ac:grpSpMkLst>
        </pc:grpChg>
        <pc:grpChg chg="add del mod">
          <ac:chgData name="Edward LIM Boon Yan" userId="e0714d14-80ad-498e-a79e-8fd7f3b4f914" providerId="ADAL" clId="{7FE49793-70FC-5231-8191-5DB98C4C3DED}" dt="2026-05-20T07:15:27.244" v="2509" actId="165"/>
          <ac:grpSpMkLst>
            <pc:docMk/>
            <pc:sldMk cId="1430935054" sldId="278"/>
            <ac:grpSpMk id="69" creationId="{9814145F-3FE2-7A09-33B7-106FC2EE1030}"/>
          </ac:grpSpMkLst>
        </pc:grpChg>
        <pc:grpChg chg="add del mod">
          <ac:chgData name="Edward LIM Boon Yan" userId="e0714d14-80ad-498e-a79e-8fd7f3b4f914" providerId="ADAL" clId="{7FE49793-70FC-5231-8191-5DB98C4C3DED}" dt="2026-05-20T04:18:13.853" v="1403" actId="478"/>
          <ac:grpSpMkLst>
            <pc:docMk/>
            <pc:sldMk cId="1430935054" sldId="278"/>
            <ac:grpSpMk id="73" creationId="{AC8AE968-34DD-BC9B-437D-6E61F4BAC193}"/>
          </ac:grpSpMkLst>
        </pc:grpChg>
        <pc:graphicFrameChg chg="del modGraphic">
          <ac:chgData name="Edward LIM Boon Yan" userId="e0714d14-80ad-498e-a79e-8fd7f3b4f914" providerId="ADAL" clId="{7FE49793-70FC-5231-8191-5DB98C4C3DED}" dt="2026-05-20T02:59:31.832" v="130" actId="478"/>
          <ac:graphicFrameMkLst>
            <pc:docMk/>
            <pc:sldMk cId="1430935054" sldId="278"/>
            <ac:graphicFrameMk id="5" creationId="{4295F8BE-413A-4B0C-5C62-4F2C2C8E0A4B}"/>
          </ac:graphicFrameMkLst>
        </pc:graphicFrameChg>
        <pc:picChg chg="add del mod">
          <ac:chgData name="Edward LIM Boon Yan" userId="e0714d14-80ad-498e-a79e-8fd7f3b4f914" providerId="ADAL" clId="{7FE49793-70FC-5231-8191-5DB98C4C3DED}" dt="2026-05-20T03:09:45.287" v="273" actId="478"/>
          <ac:picMkLst>
            <pc:docMk/>
            <pc:sldMk cId="1430935054" sldId="278"/>
            <ac:picMk id="15" creationId="{A08CF6EB-9DED-3AEE-595D-72278AFF3E15}"/>
          </ac:picMkLst>
        </pc:picChg>
        <pc:picChg chg="add del mod">
          <ac:chgData name="Edward LIM Boon Yan" userId="e0714d14-80ad-498e-a79e-8fd7f3b4f914" providerId="ADAL" clId="{7FE49793-70FC-5231-8191-5DB98C4C3DED}" dt="2026-05-20T03:09:44.887" v="272" actId="478"/>
          <ac:picMkLst>
            <pc:docMk/>
            <pc:sldMk cId="1430935054" sldId="278"/>
            <ac:picMk id="16" creationId="{BD6E2BBF-020B-E28A-E18A-875F8BB59DE0}"/>
          </ac:picMkLst>
        </pc:picChg>
        <pc:cxnChg chg="add del">
          <ac:chgData name="Edward LIM Boon Yan" userId="e0714d14-80ad-498e-a79e-8fd7f3b4f914" providerId="ADAL" clId="{7FE49793-70FC-5231-8191-5DB98C4C3DED}" dt="2026-05-20T03:17:35.614" v="520" actId="478"/>
          <ac:cxnSpMkLst>
            <pc:docMk/>
            <pc:sldMk cId="1430935054" sldId="278"/>
            <ac:cxnSpMk id="28" creationId="{BBC69674-2213-7FA3-9E0B-D6B5ABDCABD7}"/>
          </ac:cxnSpMkLst>
        </pc:cxnChg>
        <pc:cxnChg chg="add mod">
          <ac:chgData name="Edward LIM Boon Yan" userId="e0714d14-80ad-498e-a79e-8fd7f3b4f914" providerId="ADAL" clId="{7FE49793-70FC-5231-8191-5DB98C4C3DED}" dt="2026-05-20T04:19:33.260" v="1414" actId="1076"/>
          <ac:cxnSpMkLst>
            <pc:docMk/>
            <pc:sldMk cId="1430935054" sldId="278"/>
            <ac:cxnSpMk id="30" creationId="{80FFA8E8-DA47-9377-22A2-97A847720451}"/>
          </ac:cxnSpMkLst>
        </pc:cxnChg>
        <pc:cxnChg chg="add del mod">
          <ac:chgData name="Edward LIM Boon Yan" userId="e0714d14-80ad-498e-a79e-8fd7f3b4f914" providerId="ADAL" clId="{7FE49793-70FC-5231-8191-5DB98C4C3DED}" dt="2026-05-20T03:18:18.030" v="529" actId="478"/>
          <ac:cxnSpMkLst>
            <pc:docMk/>
            <pc:sldMk cId="1430935054" sldId="278"/>
            <ac:cxnSpMk id="32" creationId="{FBC531E7-1475-4DB5-CE30-F6D468C59402}"/>
          </ac:cxnSpMkLst>
        </pc:cxnChg>
        <pc:cxnChg chg="add mod">
          <ac:chgData name="Edward LIM Boon Yan" userId="e0714d14-80ad-498e-a79e-8fd7f3b4f914" providerId="ADAL" clId="{7FE49793-70FC-5231-8191-5DB98C4C3DED}" dt="2026-05-20T04:19:33.260" v="1414" actId="1076"/>
          <ac:cxnSpMkLst>
            <pc:docMk/>
            <pc:sldMk cId="1430935054" sldId="278"/>
            <ac:cxnSpMk id="35" creationId="{DFD1EEF1-DDD7-BA7B-62A7-ADD40D4E7C51}"/>
          </ac:cxnSpMkLst>
        </pc:cxnChg>
        <pc:cxnChg chg="add del mod">
          <ac:chgData name="Edward LIM Boon Yan" userId="e0714d14-80ad-498e-a79e-8fd7f3b4f914" providerId="ADAL" clId="{7FE49793-70FC-5231-8191-5DB98C4C3DED}" dt="2026-05-20T04:02:46.053" v="1149" actId="478"/>
          <ac:cxnSpMkLst>
            <pc:docMk/>
            <pc:sldMk cId="1430935054" sldId="278"/>
            <ac:cxnSpMk id="39" creationId="{26A1B482-31B8-4E6A-0F0E-74993F35498A}"/>
          </ac:cxnSpMkLst>
        </pc:cxnChg>
        <pc:cxnChg chg="add del mod topLvl">
          <ac:chgData name="Edward LIM Boon Yan" userId="e0714d14-80ad-498e-a79e-8fd7f3b4f914" providerId="ADAL" clId="{7FE49793-70FC-5231-8191-5DB98C4C3DED}" dt="2026-05-20T04:03:21.973" v="1156" actId="478"/>
          <ac:cxnSpMkLst>
            <pc:docMk/>
            <pc:sldMk cId="1430935054" sldId="278"/>
            <ac:cxnSpMk id="43" creationId="{56F4C74D-277C-1DD3-40A4-B80152B0D4C7}"/>
          </ac:cxnSpMkLst>
        </pc:cxnChg>
        <pc:cxnChg chg="add del mod">
          <ac:chgData name="Edward LIM Boon Yan" userId="e0714d14-80ad-498e-a79e-8fd7f3b4f914" providerId="ADAL" clId="{7FE49793-70FC-5231-8191-5DB98C4C3DED}" dt="2026-05-20T03:26:13.298" v="633" actId="478"/>
          <ac:cxnSpMkLst>
            <pc:docMk/>
            <pc:sldMk cId="1430935054" sldId="278"/>
            <ac:cxnSpMk id="50" creationId="{E817D20E-D653-4E3B-1883-752A6896CA6F}"/>
          </ac:cxnSpMkLst>
        </pc:cxnChg>
        <pc:cxnChg chg="add del mod">
          <ac:chgData name="Edward LIM Boon Yan" userId="e0714d14-80ad-498e-a79e-8fd7f3b4f914" providerId="ADAL" clId="{7FE49793-70FC-5231-8191-5DB98C4C3DED}" dt="2026-05-20T04:19:33.260" v="1414" actId="1076"/>
          <ac:cxnSpMkLst>
            <pc:docMk/>
            <pc:sldMk cId="1430935054" sldId="278"/>
            <ac:cxnSpMk id="76" creationId="{192F36AD-DC19-D317-6146-2A54115A336D}"/>
          </ac:cxnSpMkLst>
        </pc:cxnChg>
        <pc:cxnChg chg="add del mod">
          <ac:chgData name="Edward LIM Boon Yan" userId="e0714d14-80ad-498e-a79e-8fd7f3b4f914" providerId="ADAL" clId="{7FE49793-70FC-5231-8191-5DB98C4C3DED}" dt="2026-05-20T04:05:17.182" v="1187" actId="478"/>
          <ac:cxnSpMkLst>
            <pc:docMk/>
            <pc:sldMk cId="1430935054" sldId="278"/>
            <ac:cxnSpMk id="80" creationId="{B0FE566B-BF16-5B67-143D-A97C13C2D82D}"/>
          </ac:cxnSpMkLst>
        </pc:cxnChg>
        <pc:cxnChg chg="add mod">
          <ac:chgData name="Edward LIM Boon Yan" userId="e0714d14-80ad-498e-a79e-8fd7f3b4f914" providerId="ADAL" clId="{7FE49793-70FC-5231-8191-5DB98C4C3DED}" dt="2026-05-20T04:19:24.925" v="1413" actId="14100"/>
          <ac:cxnSpMkLst>
            <pc:docMk/>
            <pc:sldMk cId="1430935054" sldId="278"/>
            <ac:cxnSpMk id="83" creationId="{5EE7AE67-9A1F-759A-B652-4B61DD12C7BB}"/>
          </ac:cxnSpMkLst>
        </pc:cxnChg>
        <pc:cxnChg chg="add del mod">
          <ac:chgData name="Edward LIM Boon Yan" userId="e0714d14-80ad-498e-a79e-8fd7f3b4f914" providerId="ADAL" clId="{7FE49793-70FC-5231-8191-5DB98C4C3DED}" dt="2026-05-20T04:05:18.149" v="1188" actId="478"/>
          <ac:cxnSpMkLst>
            <pc:docMk/>
            <pc:sldMk cId="1430935054" sldId="278"/>
            <ac:cxnSpMk id="87" creationId="{D81F3C8F-F1B4-FC14-B956-019361B313C4}"/>
          </ac:cxnSpMkLst>
        </pc:cxnChg>
        <pc:cxnChg chg="add mod">
          <ac:chgData name="Edward LIM Boon Yan" userId="e0714d14-80ad-498e-a79e-8fd7f3b4f914" providerId="ADAL" clId="{7FE49793-70FC-5231-8191-5DB98C4C3DED}" dt="2026-05-20T04:19:24.925" v="1413" actId="14100"/>
          <ac:cxnSpMkLst>
            <pc:docMk/>
            <pc:sldMk cId="1430935054" sldId="278"/>
            <ac:cxnSpMk id="90" creationId="{7D7ECEBF-A834-4335-703F-4D94AF365985}"/>
          </ac:cxnSpMkLst>
        </pc:cxnChg>
        <pc:cxnChg chg="add mod">
          <ac:chgData name="Edward LIM Boon Yan" userId="e0714d14-80ad-498e-a79e-8fd7f3b4f914" providerId="ADAL" clId="{7FE49793-70FC-5231-8191-5DB98C4C3DED}" dt="2026-05-20T04:19:45.943" v="1418" actId="14100"/>
          <ac:cxnSpMkLst>
            <pc:docMk/>
            <pc:sldMk cId="1430935054" sldId="278"/>
            <ac:cxnSpMk id="95" creationId="{5206D6BA-FE2A-E22F-54B9-DB60AA7DE5E0}"/>
          </ac:cxnSpMkLst>
        </pc:cxnChg>
        <pc:cxnChg chg="add mod">
          <ac:chgData name="Edward LIM Boon Yan" userId="e0714d14-80ad-498e-a79e-8fd7f3b4f914" providerId="ADAL" clId="{7FE49793-70FC-5231-8191-5DB98C4C3DED}" dt="2026-05-20T04:19:24.925" v="1413" actId="14100"/>
          <ac:cxnSpMkLst>
            <pc:docMk/>
            <pc:sldMk cId="1430935054" sldId="278"/>
            <ac:cxnSpMk id="103" creationId="{8E14D205-10BF-1DCC-0451-16B6B4278594}"/>
          </ac:cxnSpMkLst>
        </pc:cxnChg>
        <pc:cxnChg chg="add mod">
          <ac:chgData name="Edward LIM Boon Yan" userId="e0714d14-80ad-498e-a79e-8fd7f3b4f914" providerId="ADAL" clId="{7FE49793-70FC-5231-8191-5DB98C4C3DED}" dt="2026-05-20T04:19:24.925" v="1413" actId="14100"/>
          <ac:cxnSpMkLst>
            <pc:docMk/>
            <pc:sldMk cId="1430935054" sldId="278"/>
            <ac:cxnSpMk id="108" creationId="{3263E752-CB9E-A86F-01EC-D6F9AAB108A3}"/>
          </ac:cxnSpMkLst>
        </pc:cxnChg>
        <pc:cxnChg chg="add mod">
          <ac:chgData name="Edward LIM Boon Yan" userId="e0714d14-80ad-498e-a79e-8fd7f3b4f914" providerId="ADAL" clId="{7FE49793-70FC-5231-8191-5DB98C4C3DED}" dt="2026-05-20T04:19:24.925" v="1413" actId="14100"/>
          <ac:cxnSpMkLst>
            <pc:docMk/>
            <pc:sldMk cId="1430935054" sldId="278"/>
            <ac:cxnSpMk id="111" creationId="{18403FE1-AB2C-FAFC-B4F0-AA581D1D92E4}"/>
          </ac:cxnSpMkLst>
        </pc:cxnChg>
        <pc:cxnChg chg="add del mod">
          <ac:chgData name="Edward LIM Boon Yan" userId="e0714d14-80ad-498e-a79e-8fd7f3b4f914" providerId="ADAL" clId="{7FE49793-70FC-5231-8191-5DB98C4C3DED}" dt="2026-05-20T04:06:00.239" v="1202" actId="478"/>
          <ac:cxnSpMkLst>
            <pc:docMk/>
            <pc:sldMk cId="1430935054" sldId="278"/>
            <ac:cxnSpMk id="114" creationId="{4CCFC6C3-E1EF-2F2D-694D-EE7244250160}"/>
          </ac:cxnSpMkLst>
        </pc:cxnChg>
        <pc:cxnChg chg="add del mod">
          <ac:chgData name="Edward LIM Boon Yan" userId="e0714d14-80ad-498e-a79e-8fd7f3b4f914" providerId="ADAL" clId="{7FE49793-70FC-5231-8191-5DB98C4C3DED}" dt="2026-05-20T04:24:39.960" v="1526" actId="478"/>
          <ac:cxnSpMkLst>
            <pc:docMk/>
            <pc:sldMk cId="1430935054" sldId="278"/>
            <ac:cxnSpMk id="116" creationId="{C36FB9A9-70B0-4CD6-FE1F-6F57ECD790C7}"/>
          </ac:cxnSpMkLst>
        </pc:cxnChg>
        <pc:cxnChg chg="add mod">
          <ac:chgData name="Edward LIM Boon Yan" userId="e0714d14-80ad-498e-a79e-8fd7f3b4f914" providerId="ADAL" clId="{7FE49793-70FC-5231-8191-5DB98C4C3DED}" dt="2026-05-20T04:26:25" v="1545" actId="1076"/>
          <ac:cxnSpMkLst>
            <pc:docMk/>
            <pc:sldMk cId="1430935054" sldId="278"/>
            <ac:cxnSpMk id="132" creationId="{BEB6B357-6D5F-5164-DE6F-921038E0CDA8}"/>
          </ac:cxnSpMkLst>
        </pc:cxnChg>
      </pc:sldChg>
      <pc:sldChg chg="addSp delSp modSp add mod ord">
        <pc:chgData name="Edward LIM Boon Yan" userId="e0714d14-80ad-498e-a79e-8fd7f3b4f914" providerId="ADAL" clId="{7FE49793-70FC-5231-8191-5DB98C4C3DED}" dt="2026-05-20T08:45:03.426" v="3530" actId="478"/>
        <pc:sldMkLst>
          <pc:docMk/>
          <pc:sldMk cId="4006660492" sldId="279"/>
        </pc:sldMkLst>
        <pc:spChg chg="add del mod">
          <ac:chgData name="Edward LIM Boon Yan" userId="e0714d14-80ad-498e-a79e-8fd7f3b4f914" providerId="ADAL" clId="{7FE49793-70FC-5231-8191-5DB98C4C3DED}" dt="2026-05-20T08:00:04.264" v="3167" actId="478"/>
          <ac:spMkLst>
            <pc:docMk/>
            <pc:sldMk cId="4006660492" sldId="279"/>
            <ac:spMk id="2" creationId="{E7A74E5D-AA77-D6E5-5CD5-3745DF6461BA}"/>
          </ac:spMkLst>
        </pc:spChg>
        <pc:spChg chg="add del mod">
          <ac:chgData name="Edward LIM Boon Yan" userId="e0714d14-80ad-498e-a79e-8fd7f3b4f914" providerId="ADAL" clId="{7FE49793-70FC-5231-8191-5DB98C4C3DED}" dt="2026-05-20T08:32:27.919" v="3474" actId="478"/>
          <ac:spMkLst>
            <pc:docMk/>
            <pc:sldMk cId="4006660492" sldId="279"/>
            <ac:spMk id="2" creationId="{FB38306C-A4E8-0BE6-B9BD-8E6A5516A096}"/>
          </ac:spMkLst>
        </pc:spChg>
        <pc:spChg chg="add del mod">
          <ac:chgData name="Edward LIM Boon Yan" userId="e0714d14-80ad-498e-a79e-8fd7f3b4f914" providerId="ADAL" clId="{7FE49793-70FC-5231-8191-5DB98C4C3DED}" dt="2026-05-20T08:00:02.731" v="3166" actId="478"/>
          <ac:spMkLst>
            <pc:docMk/>
            <pc:sldMk cId="4006660492" sldId="279"/>
            <ac:spMk id="3" creationId="{92E2F6B9-C0C7-A236-1990-727B5393DAD0}"/>
          </ac:spMkLst>
        </pc:spChg>
        <pc:spChg chg="del mod">
          <ac:chgData name="Edward LIM Boon Yan" userId="e0714d14-80ad-498e-a79e-8fd7f3b4f914" providerId="ADAL" clId="{7FE49793-70FC-5231-8191-5DB98C4C3DED}" dt="2026-05-20T08:17:18.988" v="3382" actId="478"/>
          <ac:spMkLst>
            <pc:docMk/>
            <pc:sldMk cId="4006660492" sldId="279"/>
            <ac:spMk id="4" creationId="{9FD520AE-F0DC-F4AC-D392-342FCCE747C3}"/>
          </ac:spMkLst>
        </pc:spChg>
        <pc:spChg chg="add del mod">
          <ac:chgData name="Edward LIM Boon Yan" userId="e0714d14-80ad-498e-a79e-8fd7f3b4f914" providerId="ADAL" clId="{7FE49793-70FC-5231-8191-5DB98C4C3DED}" dt="2026-05-20T07:59:56.352" v="3163" actId="478"/>
          <ac:spMkLst>
            <pc:docMk/>
            <pc:sldMk cId="4006660492" sldId="279"/>
            <ac:spMk id="5" creationId="{3F4926CE-0F7F-1B50-E40F-7E2B16481747}"/>
          </ac:spMkLst>
        </pc:spChg>
        <pc:spChg chg="add del mod">
          <ac:chgData name="Edward LIM Boon Yan" userId="e0714d14-80ad-498e-a79e-8fd7f3b4f914" providerId="ADAL" clId="{7FE49793-70FC-5231-8191-5DB98C4C3DED}" dt="2026-05-20T08:00:01.313" v="3165" actId="478"/>
          <ac:spMkLst>
            <pc:docMk/>
            <pc:sldMk cId="4006660492" sldId="279"/>
            <ac:spMk id="6" creationId="{8485CA07-D654-D2E6-0692-E0CBE4A79C50}"/>
          </ac:spMkLst>
        </pc:spChg>
        <pc:spChg chg="add del mod">
          <ac:chgData name="Edward LIM Boon Yan" userId="e0714d14-80ad-498e-a79e-8fd7f3b4f914" providerId="ADAL" clId="{7FE49793-70FC-5231-8191-5DB98C4C3DED}" dt="2026-05-20T07:59:57.474" v="3164" actId="478"/>
          <ac:spMkLst>
            <pc:docMk/>
            <pc:sldMk cId="4006660492" sldId="279"/>
            <ac:spMk id="8" creationId="{0360A879-76DB-4C58-DA99-E5330FED2205}"/>
          </ac:spMkLst>
        </pc:spChg>
        <pc:spChg chg="add mod">
          <ac:chgData name="Edward LIM Boon Yan" userId="e0714d14-80ad-498e-a79e-8fd7f3b4f914" providerId="ADAL" clId="{7FE49793-70FC-5231-8191-5DB98C4C3DED}" dt="2026-05-20T08:17:28.929" v="3394" actId="1036"/>
          <ac:spMkLst>
            <pc:docMk/>
            <pc:sldMk cId="4006660492" sldId="279"/>
            <ac:spMk id="10" creationId="{B61504BC-B250-16E0-30F5-96D63B433DE2}"/>
          </ac:spMkLst>
        </pc:spChg>
        <pc:spChg chg="add mod">
          <ac:chgData name="Edward LIM Boon Yan" userId="e0714d14-80ad-498e-a79e-8fd7f3b4f914" providerId="ADAL" clId="{7FE49793-70FC-5231-8191-5DB98C4C3DED}" dt="2026-05-20T08:17:28.929" v="3394" actId="1036"/>
          <ac:spMkLst>
            <pc:docMk/>
            <pc:sldMk cId="4006660492" sldId="279"/>
            <ac:spMk id="11" creationId="{8ACCD61D-2B6D-C395-BF3A-B09C991F4025}"/>
          </ac:spMkLst>
        </pc:spChg>
        <pc:spChg chg="add del mod">
          <ac:chgData name="Edward LIM Boon Yan" userId="e0714d14-80ad-498e-a79e-8fd7f3b4f914" providerId="ADAL" clId="{7FE49793-70FC-5231-8191-5DB98C4C3DED}" dt="2026-05-20T08:32:25.735" v="3473" actId="167"/>
          <ac:spMkLst>
            <pc:docMk/>
            <pc:sldMk cId="4006660492" sldId="279"/>
            <ac:spMk id="12" creationId="{928716AA-6139-FE23-E931-D7916C9D7521}"/>
          </ac:spMkLst>
        </pc:spChg>
        <pc:spChg chg="del">
          <ac:chgData name="Edward LIM Boon Yan" userId="e0714d14-80ad-498e-a79e-8fd7f3b4f914" providerId="ADAL" clId="{7FE49793-70FC-5231-8191-5DB98C4C3DED}" dt="2026-05-20T08:45:03.426" v="3530" actId="478"/>
          <ac:spMkLst>
            <pc:docMk/>
            <pc:sldMk cId="4006660492" sldId="279"/>
            <ac:spMk id="14" creationId="{6B580618-1499-FE90-7A12-E9DB09E465BD}"/>
          </ac:spMkLst>
        </pc:spChg>
        <pc:graphicFrameChg chg="add mod modGraphic">
          <ac:chgData name="Edward LIM Boon Yan" userId="e0714d14-80ad-498e-a79e-8fd7f3b4f914" providerId="ADAL" clId="{7FE49793-70FC-5231-8191-5DB98C4C3DED}" dt="2026-05-20T08:17:28.929" v="3394" actId="1036"/>
          <ac:graphicFrameMkLst>
            <pc:docMk/>
            <pc:sldMk cId="4006660492" sldId="279"/>
            <ac:graphicFrameMk id="7" creationId="{9EB6C32F-2F51-3FF8-4C17-0CD7C1A8FF6B}"/>
          </ac:graphicFrameMkLst>
        </pc:graphicFrameChg>
        <pc:graphicFrameChg chg="add mod modGraphic">
          <ac:chgData name="Edward LIM Boon Yan" userId="e0714d14-80ad-498e-a79e-8fd7f3b4f914" providerId="ADAL" clId="{7FE49793-70FC-5231-8191-5DB98C4C3DED}" dt="2026-05-20T08:17:28.929" v="3394" actId="1036"/>
          <ac:graphicFrameMkLst>
            <pc:docMk/>
            <pc:sldMk cId="4006660492" sldId="279"/>
            <ac:graphicFrameMk id="9" creationId="{76CADBFF-6EAB-C4E8-5958-9A7FA64FB0AD}"/>
          </ac:graphicFrameMkLst>
        </pc:graphicFrameChg>
      </pc:sldChg>
      <pc:sldChg chg="add del">
        <pc:chgData name="Edward LIM Boon Yan" userId="e0714d14-80ad-498e-a79e-8fd7f3b4f914" providerId="ADAL" clId="{7FE49793-70FC-5231-8191-5DB98C4C3DED}" dt="2026-05-20T08:03:29.934" v="3216" actId="2696"/>
        <pc:sldMkLst>
          <pc:docMk/>
          <pc:sldMk cId="2295631845" sldId="280"/>
        </pc:sldMkLst>
      </pc:sldChg>
      <pc:sldChg chg="add del setBg">
        <pc:chgData name="Edward LIM Boon Yan" userId="e0714d14-80ad-498e-a79e-8fd7f3b4f914" providerId="ADAL" clId="{7FE49793-70FC-5231-8191-5DB98C4C3DED}" dt="2026-05-20T03:11:11.181" v="280" actId="2696"/>
        <pc:sldMkLst>
          <pc:docMk/>
          <pc:sldMk cId="1675450689" sldId="281"/>
        </pc:sldMkLst>
      </pc:sldChg>
      <pc:sldChg chg="modSp add del mod">
        <pc:chgData name="Edward LIM Boon Yan" userId="e0714d14-80ad-498e-a79e-8fd7f3b4f914" providerId="ADAL" clId="{7FE49793-70FC-5231-8191-5DB98C4C3DED}" dt="2026-05-20T04:38:18.336" v="1832" actId="2696"/>
        <pc:sldMkLst>
          <pc:docMk/>
          <pc:sldMk cId="2480377851" sldId="281"/>
        </pc:sldMkLst>
        <pc:spChg chg="mod">
          <ac:chgData name="Edward LIM Boon Yan" userId="e0714d14-80ad-498e-a79e-8fd7f3b4f914" providerId="ADAL" clId="{7FE49793-70FC-5231-8191-5DB98C4C3DED}" dt="2026-05-20T04:10:10.724" v="1272" actId="20577"/>
          <ac:spMkLst>
            <pc:docMk/>
            <pc:sldMk cId="2480377851" sldId="281"/>
            <ac:spMk id="4" creationId="{79FF8145-3BAF-9475-93A2-90574318B130}"/>
          </ac:spMkLst>
        </pc:spChg>
      </pc:sldChg>
      <pc:sldChg chg="add del setBg">
        <pc:chgData name="Edward LIM Boon Yan" userId="e0714d14-80ad-498e-a79e-8fd7f3b4f914" providerId="ADAL" clId="{7FE49793-70FC-5231-8191-5DB98C4C3DED}" dt="2026-05-20T03:10:59.944" v="277" actId="2696"/>
        <pc:sldMkLst>
          <pc:docMk/>
          <pc:sldMk cId="3269492836" sldId="281"/>
        </pc:sldMkLst>
      </pc:sldChg>
      <pc:sldChg chg="modSp add del mod">
        <pc:chgData name="Edward LIM Boon Yan" userId="e0714d14-80ad-498e-a79e-8fd7f3b4f914" providerId="ADAL" clId="{7FE49793-70FC-5231-8191-5DB98C4C3DED}" dt="2026-05-20T04:38:18.336" v="1832" actId="2696"/>
        <pc:sldMkLst>
          <pc:docMk/>
          <pc:sldMk cId="3234819684" sldId="282"/>
        </pc:sldMkLst>
        <pc:spChg chg="mod">
          <ac:chgData name="Edward LIM Boon Yan" userId="e0714d14-80ad-498e-a79e-8fd7f3b4f914" providerId="ADAL" clId="{7FE49793-70FC-5231-8191-5DB98C4C3DED}" dt="2026-05-20T04:10:18.493" v="1279" actId="20577"/>
          <ac:spMkLst>
            <pc:docMk/>
            <pc:sldMk cId="3234819684" sldId="282"/>
            <ac:spMk id="4" creationId="{FCAD51C5-9DDA-CDB0-5BDF-89AF1DE0BCE5}"/>
          </ac:spMkLst>
        </pc:spChg>
      </pc:sldChg>
      <pc:sldChg chg="modSp add del mod">
        <pc:chgData name="Edward LIM Boon Yan" userId="e0714d14-80ad-498e-a79e-8fd7f3b4f914" providerId="ADAL" clId="{7FE49793-70FC-5231-8191-5DB98C4C3DED}" dt="2026-05-20T04:38:18.336" v="1832" actId="2696"/>
        <pc:sldMkLst>
          <pc:docMk/>
          <pc:sldMk cId="1565327505" sldId="283"/>
        </pc:sldMkLst>
        <pc:spChg chg="mod">
          <ac:chgData name="Edward LIM Boon Yan" userId="e0714d14-80ad-498e-a79e-8fd7f3b4f914" providerId="ADAL" clId="{7FE49793-70FC-5231-8191-5DB98C4C3DED}" dt="2026-05-20T04:10:22.901" v="1284" actId="20577"/>
          <ac:spMkLst>
            <pc:docMk/>
            <pc:sldMk cId="1565327505" sldId="283"/>
            <ac:spMk id="4" creationId="{1C2F0D5D-79C2-0C62-1F89-76CE7C5FD884}"/>
          </ac:spMkLst>
        </pc:spChg>
      </pc:sldChg>
      <pc:sldChg chg="addSp delSp modSp add mod">
        <pc:chgData name="Edward LIM Boon Yan" userId="e0714d14-80ad-498e-a79e-8fd7f3b4f914" providerId="ADAL" clId="{7FE49793-70FC-5231-8191-5DB98C4C3DED}" dt="2026-05-20T08:11:51.229" v="3306" actId="108"/>
        <pc:sldMkLst>
          <pc:docMk/>
          <pc:sldMk cId="285588214" sldId="284"/>
        </pc:sldMkLst>
        <pc:spChg chg="mod">
          <ac:chgData name="Edward LIM Boon Yan" userId="e0714d14-80ad-498e-a79e-8fd7f3b4f914" providerId="ADAL" clId="{7FE49793-70FC-5231-8191-5DB98C4C3DED}" dt="2026-05-20T04:51:30.901" v="2169" actId="1076"/>
          <ac:spMkLst>
            <pc:docMk/>
            <pc:sldMk cId="285588214" sldId="284"/>
            <ac:spMk id="2" creationId="{7E64497D-B90D-334F-9AA9-9BD40FAC6801}"/>
          </ac:spMkLst>
        </pc:spChg>
        <pc:spChg chg="mod">
          <ac:chgData name="Edward LIM Boon Yan" userId="e0714d14-80ad-498e-a79e-8fd7f3b4f914" providerId="ADAL" clId="{7FE49793-70FC-5231-8191-5DB98C4C3DED}" dt="2026-05-20T04:51:30.901" v="2169" actId="1076"/>
          <ac:spMkLst>
            <pc:docMk/>
            <pc:sldMk cId="285588214" sldId="284"/>
            <ac:spMk id="3" creationId="{A2249739-4408-A63B-8012-5064B8087479}"/>
          </ac:spMkLst>
        </pc:spChg>
        <pc:spChg chg="mod">
          <ac:chgData name="Edward LIM Boon Yan" userId="e0714d14-80ad-498e-a79e-8fd7f3b4f914" providerId="ADAL" clId="{7FE49793-70FC-5231-8191-5DB98C4C3DED}" dt="2026-05-20T04:55:20.063" v="2260" actId="20577"/>
          <ac:spMkLst>
            <pc:docMk/>
            <pc:sldMk cId="285588214" sldId="284"/>
            <ac:spMk id="4" creationId="{90199292-B880-8F94-4E42-5FAF30BEA78D}"/>
          </ac:spMkLst>
        </pc:spChg>
        <pc:spChg chg="mod">
          <ac:chgData name="Edward LIM Boon Yan" userId="e0714d14-80ad-498e-a79e-8fd7f3b4f914" providerId="ADAL" clId="{7FE49793-70FC-5231-8191-5DB98C4C3DED}" dt="2026-05-20T07:10:02.577" v="2450" actId="1035"/>
          <ac:spMkLst>
            <pc:docMk/>
            <pc:sldMk cId="285588214" sldId="284"/>
            <ac:spMk id="5" creationId="{E4622F68-26CE-8F0D-1BC0-F6923269F94E}"/>
          </ac:spMkLst>
        </pc:spChg>
        <pc:spChg chg="mod">
          <ac:chgData name="Edward LIM Boon Yan" userId="e0714d14-80ad-498e-a79e-8fd7f3b4f914" providerId="ADAL" clId="{7FE49793-70FC-5231-8191-5DB98C4C3DED}" dt="2026-05-20T04:51:30.901" v="2169" actId="1076"/>
          <ac:spMkLst>
            <pc:docMk/>
            <pc:sldMk cId="285588214" sldId="284"/>
            <ac:spMk id="6" creationId="{18A9E77C-606F-D2BD-CE81-CB391BA57366}"/>
          </ac:spMkLst>
        </pc:spChg>
        <pc:spChg chg="del mod">
          <ac:chgData name="Edward LIM Boon Yan" userId="e0714d14-80ad-498e-a79e-8fd7f3b4f914" providerId="ADAL" clId="{7FE49793-70FC-5231-8191-5DB98C4C3DED}" dt="2026-05-20T04:49:00.226" v="2136" actId="478"/>
          <ac:spMkLst>
            <pc:docMk/>
            <pc:sldMk cId="285588214" sldId="284"/>
            <ac:spMk id="8" creationId="{F649CE99-4B4D-78F8-2F16-075F412F2E4A}"/>
          </ac:spMkLst>
        </pc:spChg>
        <pc:spChg chg="add del mod">
          <ac:chgData name="Edward LIM Boon Yan" userId="e0714d14-80ad-498e-a79e-8fd7f3b4f914" providerId="ADAL" clId="{7FE49793-70FC-5231-8191-5DB98C4C3DED}" dt="2026-05-20T04:45:29.089" v="2077" actId="478"/>
          <ac:spMkLst>
            <pc:docMk/>
            <pc:sldMk cId="285588214" sldId="284"/>
            <ac:spMk id="9" creationId="{5D0B7B9C-2427-7214-D6D1-55352289A5B8}"/>
          </ac:spMkLst>
        </pc:spChg>
        <pc:spChg chg="add mod">
          <ac:chgData name="Edward LIM Boon Yan" userId="e0714d14-80ad-498e-a79e-8fd7f3b4f914" providerId="ADAL" clId="{7FE49793-70FC-5231-8191-5DB98C4C3DED}" dt="2026-05-20T08:11:51.229" v="3306" actId="108"/>
          <ac:spMkLst>
            <pc:docMk/>
            <pc:sldMk cId="285588214" sldId="284"/>
            <ac:spMk id="10" creationId="{FD74A801-39B4-AC44-A82F-BB62A003A4D8}"/>
          </ac:spMkLst>
        </pc:spChg>
        <pc:spChg chg="del mod">
          <ac:chgData name="Edward LIM Boon Yan" userId="e0714d14-80ad-498e-a79e-8fd7f3b4f914" providerId="ADAL" clId="{7FE49793-70FC-5231-8191-5DB98C4C3DED}" dt="2026-05-20T07:16:53.834" v="2512" actId="478"/>
          <ac:spMkLst>
            <pc:docMk/>
            <pc:sldMk cId="285588214" sldId="284"/>
            <ac:spMk id="14" creationId="{63731054-A3A8-1D19-2FE7-341B7C2BC140}"/>
          </ac:spMkLst>
        </pc:spChg>
        <pc:spChg chg="mod">
          <ac:chgData name="Edward LIM Boon Yan" userId="e0714d14-80ad-498e-a79e-8fd7f3b4f914" providerId="ADAL" clId="{7FE49793-70FC-5231-8191-5DB98C4C3DED}" dt="2026-05-20T05:02:37.987" v="2416"/>
          <ac:spMkLst>
            <pc:docMk/>
            <pc:sldMk cId="285588214" sldId="284"/>
            <ac:spMk id="15" creationId="{FAAA646A-9096-FFC3-CBBA-C999A8398E0D}"/>
          </ac:spMkLst>
        </pc:spChg>
        <pc:spChg chg="mod">
          <ac:chgData name="Edward LIM Boon Yan" userId="e0714d14-80ad-498e-a79e-8fd7f3b4f914" providerId="ADAL" clId="{7FE49793-70FC-5231-8191-5DB98C4C3DED}" dt="2026-05-20T05:02:37.987" v="2416"/>
          <ac:spMkLst>
            <pc:docMk/>
            <pc:sldMk cId="285588214" sldId="284"/>
            <ac:spMk id="16" creationId="{B25849AC-2242-9704-4652-4EDDD409A8F4}"/>
          </ac:spMkLst>
        </pc:spChg>
        <pc:grpChg chg="add del mod">
          <ac:chgData name="Edward LIM Boon Yan" userId="e0714d14-80ad-498e-a79e-8fd7f3b4f914" providerId="ADAL" clId="{7FE49793-70FC-5231-8191-5DB98C4C3DED}" dt="2026-05-20T05:04:02.856" v="2430" actId="478"/>
          <ac:grpSpMkLst>
            <pc:docMk/>
            <pc:sldMk cId="285588214" sldId="284"/>
            <ac:grpSpMk id="13" creationId="{318B56ED-0567-4D1B-2A3A-E5E946F5370E}"/>
          </ac:grpSpMkLst>
        </pc:grpChg>
        <pc:graphicFrameChg chg="mod modGraphic">
          <ac:chgData name="Edward LIM Boon Yan" userId="e0714d14-80ad-498e-a79e-8fd7f3b4f914" providerId="ADAL" clId="{7FE49793-70FC-5231-8191-5DB98C4C3DED}" dt="2026-05-20T08:11:23.536" v="3296"/>
          <ac:graphicFrameMkLst>
            <pc:docMk/>
            <pc:sldMk cId="285588214" sldId="284"/>
            <ac:graphicFrameMk id="7" creationId="{2F8487A6-612A-442A-89D0-DDAD6B36A5C9}"/>
          </ac:graphicFrameMkLst>
        </pc:graphicFrameChg>
        <pc:graphicFrameChg chg="add mod modGraphic">
          <ac:chgData name="Edward LIM Boon Yan" userId="e0714d14-80ad-498e-a79e-8fd7f3b4f914" providerId="ADAL" clId="{7FE49793-70FC-5231-8191-5DB98C4C3DED}" dt="2026-05-20T08:08:24.783" v="3287" actId="20577"/>
          <ac:graphicFrameMkLst>
            <pc:docMk/>
            <pc:sldMk cId="285588214" sldId="284"/>
            <ac:graphicFrameMk id="11" creationId="{16F79627-0A7A-F52B-8F3A-4ECCB3F926F3}"/>
          </ac:graphicFrameMkLst>
        </pc:graphicFrameChg>
        <pc:graphicFrameChg chg="add mod modGraphic">
          <ac:chgData name="Edward LIM Boon Yan" userId="e0714d14-80ad-498e-a79e-8fd7f3b4f914" providerId="ADAL" clId="{7FE49793-70FC-5231-8191-5DB98C4C3DED}" dt="2026-05-20T05:03:24.706" v="2424" actId="2084"/>
          <ac:graphicFrameMkLst>
            <pc:docMk/>
            <pc:sldMk cId="285588214" sldId="284"/>
            <ac:graphicFrameMk id="12" creationId="{D23F1E6E-0AB8-75A6-4046-5C5F6FF7BD5B}"/>
          </ac:graphicFrameMkLst>
        </pc:graphicFrameChg>
      </pc:sldChg>
      <pc:sldChg chg="modSp add del">
        <pc:chgData name="Edward LIM Boon Yan" userId="e0714d14-80ad-498e-a79e-8fd7f3b4f914" providerId="ADAL" clId="{7FE49793-70FC-5231-8191-5DB98C4C3DED}" dt="2026-05-20T04:48:03.529" v="2123" actId="2696"/>
        <pc:sldMkLst>
          <pc:docMk/>
          <pc:sldMk cId="571664496" sldId="285"/>
        </pc:sldMkLst>
        <pc:spChg chg="mod">
          <ac:chgData name="Edward LIM Boon Yan" userId="e0714d14-80ad-498e-a79e-8fd7f3b4f914" providerId="ADAL" clId="{7FE49793-70FC-5231-8191-5DB98C4C3DED}" dt="2026-05-20T04:38:09.224" v="1829"/>
          <ac:spMkLst>
            <pc:docMk/>
            <pc:sldMk cId="571664496" sldId="285"/>
            <ac:spMk id="4" creationId="{A64F1473-F34F-F71C-0A9E-3110FE92B551}"/>
          </ac:spMkLst>
        </pc:spChg>
      </pc:sldChg>
      <pc:sldChg chg="modSp add del">
        <pc:chgData name="Edward LIM Boon Yan" userId="e0714d14-80ad-498e-a79e-8fd7f3b4f914" providerId="ADAL" clId="{7FE49793-70FC-5231-8191-5DB98C4C3DED}" dt="2026-05-20T05:01:42.792" v="2415" actId="2696"/>
        <pc:sldMkLst>
          <pc:docMk/>
          <pc:sldMk cId="3716035459" sldId="286"/>
        </pc:sldMkLst>
        <pc:spChg chg="mod">
          <ac:chgData name="Edward LIM Boon Yan" userId="e0714d14-80ad-498e-a79e-8fd7f3b4f914" providerId="ADAL" clId="{7FE49793-70FC-5231-8191-5DB98C4C3DED}" dt="2026-05-20T04:38:15.728" v="1831"/>
          <ac:spMkLst>
            <pc:docMk/>
            <pc:sldMk cId="3716035459" sldId="286"/>
            <ac:spMk id="4" creationId="{91197092-0CB7-AFEC-8CFE-C0ADE45F21DB}"/>
          </ac:spMkLst>
        </pc:spChg>
      </pc:sldChg>
      <pc:sldChg chg="addSp delSp modSp add del mod setBg">
        <pc:chgData name="Edward LIM Boon Yan" userId="e0714d14-80ad-498e-a79e-8fd7f3b4f914" providerId="ADAL" clId="{7FE49793-70FC-5231-8191-5DB98C4C3DED}" dt="2026-05-20T08:45:00.500" v="3529" actId="478"/>
        <pc:sldMkLst>
          <pc:docMk/>
          <pc:sldMk cId="1577404761" sldId="287"/>
        </pc:sldMkLst>
        <pc:spChg chg="add del mod">
          <ac:chgData name="Edward LIM Boon Yan" userId="e0714d14-80ad-498e-a79e-8fd7f3b4f914" providerId="ADAL" clId="{7FE49793-70FC-5231-8191-5DB98C4C3DED}" dt="2026-05-20T08:32:04.066" v="3467" actId="478"/>
          <ac:spMkLst>
            <pc:docMk/>
            <pc:sldMk cId="1577404761" sldId="287"/>
            <ac:spMk id="3" creationId="{B744FBA2-0A8A-F7D2-2867-CB400B48E2DE}"/>
          </ac:spMkLst>
        </pc:spChg>
        <pc:spChg chg="mod topLvl">
          <ac:chgData name="Edward LIM Boon Yan" userId="e0714d14-80ad-498e-a79e-8fd7f3b4f914" providerId="ADAL" clId="{7FE49793-70FC-5231-8191-5DB98C4C3DED}" dt="2026-05-20T08:32:01.930" v="3466" actId="167"/>
          <ac:spMkLst>
            <pc:docMk/>
            <pc:sldMk cId="1577404761" sldId="287"/>
            <ac:spMk id="4" creationId="{88B0301F-7FEF-704A-FA4A-EA36C81E3A46}"/>
          </ac:spMkLst>
        </pc:spChg>
        <pc:spChg chg="add del mod topLvl">
          <ac:chgData name="Edward LIM Boon Yan" userId="e0714d14-80ad-498e-a79e-8fd7f3b4f914" providerId="ADAL" clId="{7FE49793-70FC-5231-8191-5DB98C4C3DED}" dt="2026-05-20T08:15:54.789" v="3365" actId="478"/>
          <ac:spMkLst>
            <pc:docMk/>
            <pc:sldMk cId="1577404761" sldId="287"/>
            <ac:spMk id="5" creationId="{A98FD5DF-3A1F-79E5-C30D-37007EB51F7A}"/>
          </ac:spMkLst>
        </pc:spChg>
        <pc:spChg chg="add del mod">
          <ac:chgData name="Edward LIM Boon Yan" userId="e0714d14-80ad-498e-a79e-8fd7f3b4f914" providerId="ADAL" clId="{7FE49793-70FC-5231-8191-5DB98C4C3DED}" dt="2026-05-20T08:16:19.219" v="3373" actId="1036"/>
          <ac:spMkLst>
            <pc:docMk/>
            <pc:sldMk cId="1577404761" sldId="287"/>
            <ac:spMk id="6" creationId="{4BCC5865-DB72-45E4-0180-8959400165BC}"/>
          </ac:spMkLst>
        </pc:spChg>
        <pc:spChg chg="add del mod">
          <ac:chgData name="Edward LIM Boon Yan" userId="e0714d14-80ad-498e-a79e-8fd7f3b4f914" providerId="ADAL" clId="{7FE49793-70FC-5231-8191-5DB98C4C3DED}" dt="2026-05-20T08:16:19.219" v="3373" actId="1036"/>
          <ac:spMkLst>
            <pc:docMk/>
            <pc:sldMk cId="1577404761" sldId="287"/>
            <ac:spMk id="7" creationId="{21A6389A-DBBB-4FF7-C5B1-FFBF5A8F86A4}"/>
          </ac:spMkLst>
        </pc:spChg>
        <pc:spChg chg="add del">
          <ac:chgData name="Edward LIM Boon Yan" userId="e0714d14-80ad-498e-a79e-8fd7f3b4f914" providerId="ADAL" clId="{7FE49793-70FC-5231-8191-5DB98C4C3DED}" dt="2026-05-20T08:15:51.517" v="3364" actId="478"/>
          <ac:spMkLst>
            <pc:docMk/>
            <pc:sldMk cId="1577404761" sldId="287"/>
            <ac:spMk id="8" creationId="{57DEBEBF-779C-DE4F-E4A1-3C973DFC0A82}"/>
          </ac:spMkLst>
        </pc:spChg>
        <pc:spChg chg="del">
          <ac:chgData name="Edward LIM Boon Yan" userId="e0714d14-80ad-498e-a79e-8fd7f3b4f914" providerId="ADAL" clId="{7FE49793-70FC-5231-8191-5DB98C4C3DED}" dt="2026-05-20T08:45:00.500" v="3529" actId="478"/>
          <ac:spMkLst>
            <pc:docMk/>
            <pc:sldMk cId="1577404761" sldId="287"/>
            <ac:spMk id="9" creationId="{528A4C9C-CC5E-B166-5C46-AD9979D6A70D}"/>
          </ac:spMkLst>
        </pc:spChg>
        <pc:grpChg chg="add del mod">
          <ac:chgData name="Edward LIM Boon Yan" userId="e0714d14-80ad-498e-a79e-8fd7f3b4f914" providerId="ADAL" clId="{7FE49793-70FC-5231-8191-5DB98C4C3DED}" dt="2026-05-20T08:15:54.789" v="3365" actId="478"/>
          <ac:grpSpMkLst>
            <pc:docMk/>
            <pc:sldMk cId="1577404761" sldId="287"/>
            <ac:grpSpMk id="3" creationId="{448670B6-A685-17C9-6D49-5B0A45E14B4E}"/>
          </ac:grpSpMkLst>
        </pc:grpChg>
        <pc:graphicFrameChg chg="mod modGraphic">
          <ac:chgData name="Edward LIM Boon Yan" userId="e0714d14-80ad-498e-a79e-8fd7f3b4f914" providerId="ADAL" clId="{7FE49793-70FC-5231-8191-5DB98C4C3DED}" dt="2026-05-20T08:44:58.753" v="3528" actId="14734"/>
          <ac:graphicFrameMkLst>
            <pc:docMk/>
            <pc:sldMk cId="1577404761" sldId="287"/>
            <ac:graphicFrameMk id="2" creationId="{17C21BB0-9092-D78E-61D3-381370E04FDB}"/>
          </ac:graphicFrameMkLst>
        </pc:graphicFrameChg>
      </pc:sldChg>
      <pc:sldChg chg="modSp add del">
        <pc:chgData name="Edward LIM Boon Yan" userId="e0714d14-80ad-498e-a79e-8fd7f3b4f914" providerId="ADAL" clId="{7FE49793-70FC-5231-8191-5DB98C4C3DED}" dt="2026-05-20T04:52:19.727" v="2178" actId="2696"/>
        <pc:sldMkLst>
          <pc:docMk/>
          <pc:sldMk cId="1779401754" sldId="288"/>
        </pc:sldMkLst>
        <pc:spChg chg="mod">
          <ac:chgData name="Edward LIM Boon Yan" userId="e0714d14-80ad-498e-a79e-8fd7f3b4f914" providerId="ADAL" clId="{7FE49793-70FC-5231-8191-5DB98C4C3DED}" dt="2026-05-20T04:48:01.488" v="2122"/>
          <ac:spMkLst>
            <pc:docMk/>
            <pc:sldMk cId="1779401754" sldId="288"/>
            <ac:spMk id="4" creationId="{794D5104-4523-800F-C7A6-B1EA8DCED033}"/>
          </ac:spMkLst>
        </pc:spChg>
      </pc:sldChg>
      <pc:sldChg chg="addSp delSp modSp add mod">
        <pc:chgData name="Edward LIM Boon Yan" userId="e0714d14-80ad-498e-a79e-8fd7f3b4f914" providerId="ADAL" clId="{7FE49793-70FC-5231-8191-5DB98C4C3DED}" dt="2026-05-20T11:23:26.619" v="3556" actId="108"/>
        <pc:sldMkLst>
          <pc:docMk/>
          <pc:sldMk cId="1817350792" sldId="289"/>
        </pc:sldMkLst>
        <pc:spChg chg="mod">
          <ac:chgData name="Edward LIM Boon Yan" userId="e0714d14-80ad-498e-a79e-8fd7f3b4f914" providerId="ADAL" clId="{7FE49793-70FC-5231-8191-5DB98C4C3DED}" dt="2026-05-20T04:55:28.582" v="2274" actId="20577"/>
          <ac:spMkLst>
            <pc:docMk/>
            <pc:sldMk cId="1817350792" sldId="289"/>
            <ac:spMk id="4" creationId="{5070B569-0D4C-C948-F9E3-E8B22E81F06F}"/>
          </ac:spMkLst>
        </pc:spChg>
        <pc:spChg chg="mod">
          <ac:chgData name="Edward LIM Boon Yan" userId="e0714d14-80ad-498e-a79e-8fd7f3b4f914" providerId="ADAL" clId="{7FE49793-70FC-5231-8191-5DB98C4C3DED}" dt="2026-05-20T07:13:05.562" v="2487" actId="1035"/>
          <ac:spMkLst>
            <pc:docMk/>
            <pc:sldMk cId="1817350792" sldId="289"/>
            <ac:spMk id="5" creationId="{E6B3B3DD-C391-170A-ADB8-6E449D718123}"/>
          </ac:spMkLst>
        </pc:spChg>
        <pc:spChg chg="add mod">
          <ac:chgData name="Edward LIM Boon Yan" userId="e0714d14-80ad-498e-a79e-8fd7f3b4f914" providerId="ADAL" clId="{7FE49793-70FC-5231-8191-5DB98C4C3DED}" dt="2026-05-20T07:44:36.101" v="2880" actId="20577"/>
          <ac:spMkLst>
            <pc:docMk/>
            <pc:sldMk cId="1817350792" sldId="289"/>
            <ac:spMk id="8" creationId="{849DA782-4729-E273-C5E5-47591F3BB9B1}"/>
          </ac:spMkLst>
        </pc:spChg>
        <pc:spChg chg="add del mod">
          <ac:chgData name="Edward LIM Boon Yan" userId="e0714d14-80ad-498e-a79e-8fd7f3b4f914" providerId="ADAL" clId="{7FE49793-70FC-5231-8191-5DB98C4C3DED}" dt="2026-05-20T08:44:37.129" v="3523" actId="478"/>
          <ac:spMkLst>
            <pc:docMk/>
            <pc:sldMk cId="1817350792" sldId="289"/>
            <ac:spMk id="9" creationId="{C753DCD8-2952-42DC-BA1F-7E881AC37B9E}"/>
          </ac:spMkLst>
        </pc:spChg>
        <pc:spChg chg="mod">
          <ac:chgData name="Edward LIM Boon Yan" userId="e0714d14-80ad-498e-a79e-8fd7f3b4f914" providerId="ADAL" clId="{7FE49793-70FC-5231-8191-5DB98C4C3DED}" dt="2026-05-20T08:11:49.565" v="3304" actId="108"/>
          <ac:spMkLst>
            <pc:docMk/>
            <pc:sldMk cId="1817350792" sldId="289"/>
            <ac:spMk id="10" creationId="{210ADDEF-1BBB-0BC7-DCAE-ECC72951B374}"/>
          </ac:spMkLst>
        </pc:spChg>
        <pc:spChg chg="del mod">
          <ac:chgData name="Edward LIM Boon Yan" userId="e0714d14-80ad-498e-a79e-8fd7f3b4f914" providerId="ADAL" clId="{7FE49793-70FC-5231-8191-5DB98C4C3DED}" dt="2026-05-20T07:17:23.205" v="2514" actId="478"/>
          <ac:spMkLst>
            <pc:docMk/>
            <pc:sldMk cId="1817350792" sldId="289"/>
            <ac:spMk id="14" creationId="{EE413888-95BF-514D-A643-229933AEC5F6}"/>
          </ac:spMkLst>
        </pc:spChg>
        <pc:graphicFrameChg chg="mod modGraphic">
          <ac:chgData name="Edward LIM Boon Yan" userId="e0714d14-80ad-498e-a79e-8fd7f3b4f914" providerId="ADAL" clId="{7FE49793-70FC-5231-8191-5DB98C4C3DED}" dt="2026-05-20T11:23:26.619" v="3556" actId="108"/>
          <ac:graphicFrameMkLst>
            <pc:docMk/>
            <pc:sldMk cId="1817350792" sldId="289"/>
            <ac:graphicFrameMk id="7" creationId="{BE392E67-F582-90FD-B2D4-8C2109362297}"/>
          </ac:graphicFrameMkLst>
        </pc:graphicFrameChg>
        <pc:graphicFrameChg chg="mod modGraphic">
          <ac:chgData name="Edward LIM Boon Yan" userId="e0714d14-80ad-498e-a79e-8fd7f3b4f914" providerId="ADAL" clId="{7FE49793-70FC-5231-8191-5DB98C4C3DED}" dt="2026-05-20T08:21:00.819" v="3442" actId="20577"/>
          <ac:graphicFrameMkLst>
            <pc:docMk/>
            <pc:sldMk cId="1817350792" sldId="289"/>
            <ac:graphicFrameMk id="11" creationId="{94343F54-E651-EE93-1C8B-F3A248CBA1E1}"/>
          </ac:graphicFrameMkLst>
        </pc:graphicFrameChg>
        <pc:graphicFrameChg chg="mod modGraphic">
          <ac:chgData name="Edward LIM Boon Yan" userId="e0714d14-80ad-498e-a79e-8fd7f3b4f914" providerId="ADAL" clId="{7FE49793-70FC-5231-8191-5DB98C4C3DED}" dt="2026-05-20T07:08:12.649" v="2434" actId="14734"/>
          <ac:graphicFrameMkLst>
            <pc:docMk/>
            <pc:sldMk cId="1817350792" sldId="289"/>
            <ac:graphicFrameMk id="12" creationId="{DD6D624F-C2DC-7FFD-3ECE-891A5B624D2B}"/>
          </ac:graphicFrameMkLst>
        </pc:graphicFrameChg>
      </pc:sldChg>
      <pc:sldChg chg="addSp delSp modSp add mod">
        <pc:chgData name="Edward LIM Boon Yan" userId="e0714d14-80ad-498e-a79e-8fd7f3b4f914" providerId="ADAL" clId="{7FE49793-70FC-5231-8191-5DB98C4C3DED}" dt="2026-05-20T11:34:49.328" v="3813" actId="1076"/>
        <pc:sldMkLst>
          <pc:docMk/>
          <pc:sldMk cId="529393956" sldId="290"/>
        </pc:sldMkLst>
        <pc:spChg chg="mod">
          <ac:chgData name="Edward LIM Boon Yan" userId="e0714d14-80ad-498e-a79e-8fd7f3b4f914" providerId="ADAL" clId="{7FE49793-70FC-5231-8191-5DB98C4C3DED}" dt="2026-05-20T05:01:40.119" v="2414"/>
          <ac:spMkLst>
            <pc:docMk/>
            <pc:sldMk cId="529393956" sldId="290"/>
            <ac:spMk id="4" creationId="{114968B5-0DDB-11E4-9E55-2B310D237018}"/>
          </ac:spMkLst>
        </pc:spChg>
        <pc:spChg chg="mod">
          <ac:chgData name="Edward LIM Boon Yan" userId="e0714d14-80ad-498e-a79e-8fd7f3b4f914" providerId="ADAL" clId="{7FE49793-70FC-5231-8191-5DB98C4C3DED}" dt="2026-05-20T07:13:15.056" v="2489" actId="1035"/>
          <ac:spMkLst>
            <pc:docMk/>
            <pc:sldMk cId="529393956" sldId="290"/>
            <ac:spMk id="5" creationId="{2073BB30-44EF-CE60-9A69-886500A752AA}"/>
          </ac:spMkLst>
        </pc:spChg>
        <pc:spChg chg="add mod">
          <ac:chgData name="Edward LIM Boon Yan" userId="e0714d14-80ad-498e-a79e-8fd7f3b4f914" providerId="ADAL" clId="{7FE49793-70FC-5231-8191-5DB98C4C3DED}" dt="2026-05-20T07:44:40.570" v="2883" actId="20577"/>
          <ac:spMkLst>
            <pc:docMk/>
            <pc:sldMk cId="529393956" sldId="290"/>
            <ac:spMk id="8" creationId="{41C72A3C-5D64-CCC6-002C-648C7DDF529D}"/>
          </ac:spMkLst>
        </pc:spChg>
        <pc:spChg chg="add del mod">
          <ac:chgData name="Edward LIM Boon Yan" userId="e0714d14-80ad-498e-a79e-8fd7f3b4f914" providerId="ADAL" clId="{7FE49793-70FC-5231-8191-5DB98C4C3DED}" dt="2026-05-20T08:44:45.559" v="3525" actId="478"/>
          <ac:spMkLst>
            <pc:docMk/>
            <pc:sldMk cId="529393956" sldId="290"/>
            <ac:spMk id="9" creationId="{40E0CE57-E78F-85AD-F6DC-3B76D956645A}"/>
          </ac:spMkLst>
        </pc:spChg>
        <pc:spChg chg="mod">
          <ac:chgData name="Edward LIM Boon Yan" userId="e0714d14-80ad-498e-a79e-8fd7f3b4f914" providerId="ADAL" clId="{7FE49793-70FC-5231-8191-5DB98C4C3DED}" dt="2026-05-20T08:11:47.869" v="3303" actId="108"/>
          <ac:spMkLst>
            <pc:docMk/>
            <pc:sldMk cId="529393956" sldId="290"/>
            <ac:spMk id="10" creationId="{DC81C2B5-D6B5-DE03-9AB8-62702EFA29C4}"/>
          </ac:spMkLst>
        </pc:spChg>
        <pc:spChg chg="del mod">
          <ac:chgData name="Edward LIM Boon Yan" userId="e0714d14-80ad-498e-a79e-8fd7f3b4f914" providerId="ADAL" clId="{7FE49793-70FC-5231-8191-5DB98C4C3DED}" dt="2026-05-20T07:17:28.236" v="2516" actId="478"/>
          <ac:spMkLst>
            <pc:docMk/>
            <pc:sldMk cId="529393956" sldId="290"/>
            <ac:spMk id="14" creationId="{A60DCE50-0883-ED91-A6FD-9B9F7F81A498}"/>
          </ac:spMkLst>
        </pc:spChg>
        <pc:graphicFrameChg chg="mod modGraphic">
          <ac:chgData name="Edward LIM Boon Yan" userId="e0714d14-80ad-498e-a79e-8fd7f3b4f914" providerId="ADAL" clId="{7FE49793-70FC-5231-8191-5DB98C4C3DED}" dt="2026-05-20T08:19:26.243" v="3398" actId="20577"/>
          <ac:graphicFrameMkLst>
            <pc:docMk/>
            <pc:sldMk cId="529393956" sldId="290"/>
            <ac:graphicFrameMk id="7" creationId="{2237A0BA-B5D5-6CDE-40D6-A0AF6854EBFD}"/>
          </ac:graphicFrameMkLst>
        </pc:graphicFrameChg>
        <pc:graphicFrameChg chg="mod modGraphic">
          <ac:chgData name="Edward LIM Boon Yan" userId="e0714d14-80ad-498e-a79e-8fd7f3b4f914" providerId="ADAL" clId="{7FE49793-70FC-5231-8191-5DB98C4C3DED}" dt="2026-05-20T07:13:48.692" v="2495" actId="20577"/>
          <ac:graphicFrameMkLst>
            <pc:docMk/>
            <pc:sldMk cId="529393956" sldId="290"/>
            <ac:graphicFrameMk id="11" creationId="{BDE2D849-F6AA-848A-0329-8A711385755F}"/>
          </ac:graphicFrameMkLst>
        </pc:graphicFrameChg>
        <pc:graphicFrameChg chg="mod modGraphic">
          <ac:chgData name="Edward LIM Boon Yan" userId="e0714d14-80ad-498e-a79e-8fd7f3b4f914" providerId="ADAL" clId="{7FE49793-70FC-5231-8191-5DB98C4C3DED}" dt="2026-05-20T07:09:00.793" v="2444" actId="20577"/>
          <ac:graphicFrameMkLst>
            <pc:docMk/>
            <pc:sldMk cId="529393956" sldId="290"/>
            <ac:graphicFrameMk id="12" creationId="{A4B76069-8BD6-B8A3-4DFD-7BAECA4AA1CC}"/>
          </ac:graphicFrameMkLst>
        </pc:graphicFrameChg>
        <pc:picChg chg="add mod">
          <ac:chgData name="Edward LIM Boon Yan" userId="e0714d14-80ad-498e-a79e-8fd7f3b4f914" providerId="ADAL" clId="{7FE49793-70FC-5231-8191-5DB98C4C3DED}" dt="2026-05-20T11:34:49.328" v="3813" actId="1076"/>
          <ac:picMkLst>
            <pc:docMk/>
            <pc:sldMk cId="529393956" sldId="290"/>
            <ac:picMk id="13" creationId="{6A302C4C-7BA0-A09F-BA05-AA32C6411305}"/>
          </ac:picMkLst>
        </pc:picChg>
      </pc:sldChg>
      <pc:sldChg chg="delSp modSp add del mod setBg">
        <pc:chgData name="Edward LIM Boon Yan" userId="e0714d14-80ad-498e-a79e-8fd7f3b4f914" providerId="ADAL" clId="{7FE49793-70FC-5231-8191-5DB98C4C3DED}" dt="2026-05-20T07:27:40.324" v="2594" actId="2696"/>
        <pc:sldMkLst>
          <pc:docMk/>
          <pc:sldMk cId="2940605636" sldId="291"/>
        </pc:sldMkLst>
        <pc:spChg chg="mod">
          <ac:chgData name="Edward LIM Boon Yan" userId="e0714d14-80ad-498e-a79e-8fd7f3b4f914" providerId="ADAL" clId="{7FE49793-70FC-5231-8191-5DB98C4C3DED}" dt="2026-05-20T07:21:39.755" v="2559" actId="20577"/>
          <ac:spMkLst>
            <pc:docMk/>
            <pc:sldMk cId="2940605636" sldId="291"/>
            <ac:spMk id="8" creationId="{13F69920-B78C-946B-D9AE-07FB5DF52EDC}"/>
          </ac:spMkLst>
        </pc:spChg>
        <pc:spChg chg="del">
          <ac:chgData name="Edward LIM Boon Yan" userId="e0714d14-80ad-498e-a79e-8fd7f3b4f914" providerId="ADAL" clId="{7FE49793-70FC-5231-8191-5DB98C4C3DED}" dt="2026-05-20T07:21:55.327" v="2561" actId="478"/>
          <ac:spMkLst>
            <pc:docMk/>
            <pc:sldMk cId="2940605636" sldId="291"/>
            <ac:spMk id="9" creationId="{EB0BCD97-4822-7DA1-4441-9DC1DD950AF2}"/>
          </ac:spMkLst>
        </pc:spChg>
        <pc:grpChg chg="mod">
          <ac:chgData name="Edward LIM Boon Yan" userId="e0714d14-80ad-498e-a79e-8fd7f3b4f914" providerId="ADAL" clId="{7FE49793-70FC-5231-8191-5DB98C4C3DED}" dt="2026-05-20T07:26:48.635" v="2591" actId="14100"/>
          <ac:grpSpMkLst>
            <pc:docMk/>
            <pc:sldMk cId="2940605636" sldId="291"/>
            <ac:grpSpMk id="2" creationId="{A47E99F1-836B-260B-50B1-3B7D3B51B3DB}"/>
          </ac:grpSpMkLst>
        </pc:grpChg>
        <pc:graphicFrameChg chg="mod">
          <ac:chgData name="Edward LIM Boon Yan" userId="e0714d14-80ad-498e-a79e-8fd7f3b4f914" providerId="ADAL" clId="{7FE49793-70FC-5231-8191-5DB98C4C3DED}" dt="2026-05-20T07:24:33.371" v="2587"/>
          <ac:graphicFrameMkLst>
            <pc:docMk/>
            <pc:sldMk cId="2940605636" sldId="291"/>
            <ac:graphicFrameMk id="5" creationId="{C1C04767-6EDB-D444-B5E8-46D2AE2B28F4}"/>
          </ac:graphicFrameMkLst>
        </pc:graphicFrameChg>
        <pc:picChg chg="del">
          <ac:chgData name="Edward LIM Boon Yan" userId="e0714d14-80ad-498e-a79e-8fd7f3b4f914" providerId="ADAL" clId="{7FE49793-70FC-5231-8191-5DB98C4C3DED}" dt="2026-05-20T07:21:50.034" v="2560" actId="478"/>
          <ac:picMkLst>
            <pc:docMk/>
            <pc:sldMk cId="2940605636" sldId="291"/>
            <ac:picMk id="6" creationId="{1928F3AB-6ABB-2DAC-E5F2-276E92E0AA42}"/>
          </ac:picMkLst>
        </pc:picChg>
      </pc:sldChg>
      <pc:sldChg chg="addSp delSp modSp add mod">
        <pc:chgData name="Edward LIM Boon Yan" userId="e0714d14-80ad-498e-a79e-8fd7f3b4f914" providerId="ADAL" clId="{7FE49793-70FC-5231-8191-5DB98C4C3DED}" dt="2026-05-20T11:31:17.069" v="3805" actId="14100"/>
        <pc:sldMkLst>
          <pc:docMk/>
          <pc:sldMk cId="1423721359" sldId="292"/>
        </pc:sldMkLst>
        <pc:spChg chg="add mod">
          <ac:chgData name="Edward LIM Boon Yan" userId="e0714d14-80ad-498e-a79e-8fd7f3b4f914" providerId="ADAL" clId="{7FE49793-70FC-5231-8191-5DB98C4C3DED}" dt="2026-05-20T08:31:23.717" v="3458"/>
          <ac:spMkLst>
            <pc:docMk/>
            <pc:sldMk cId="1423721359" sldId="292"/>
            <ac:spMk id="2" creationId="{0D5C21BD-0587-8839-6F08-2C2A8753E1CD}"/>
          </ac:spMkLst>
        </pc:spChg>
        <pc:spChg chg="del">
          <ac:chgData name="Edward LIM Boon Yan" userId="e0714d14-80ad-498e-a79e-8fd7f3b4f914" providerId="ADAL" clId="{7FE49793-70FC-5231-8191-5DB98C4C3DED}" dt="2026-05-20T07:27:49.506" v="2596" actId="478"/>
          <ac:spMkLst>
            <pc:docMk/>
            <pc:sldMk cId="1423721359" sldId="292"/>
            <ac:spMk id="2" creationId="{E6C7CCB2-827F-5181-5EA5-55D7733CB099}"/>
          </ac:spMkLst>
        </pc:spChg>
        <pc:spChg chg="del">
          <ac:chgData name="Edward LIM Boon Yan" userId="e0714d14-80ad-498e-a79e-8fd7f3b4f914" providerId="ADAL" clId="{7FE49793-70FC-5231-8191-5DB98C4C3DED}" dt="2026-05-20T07:27:52.808" v="2597" actId="478"/>
          <ac:spMkLst>
            <pc:docMk/>
            <pc:sldMk cId="1423721359" sldId="292"/>
            <ac:spMk id="3" creationId="{16C3C124-A84C-6A57-9A88-0596B7F6DF6F}"/>
          </ac:spMkLst>
        </pc:spChg>
        <pc:spChg chg="mod">
          <ac:chgData name="Edward LIM Boon Yan" userId="e0714d14-80ad-498e-a79e-8fd7f3b4f914" providerId="ADAL" clId="{7FE49793-70FC-5231-8191-5DB98C4C3DED}" dt="2026-05-20T07:27:35.498" v="2593"/>
          <ac:spMkLst>
            <pc:docMk/>
            <pc:sldMk cId="1423721359" sldId="292"/>
            <ac:spMk id="4" creationId="{2C44384A-22B2-805C-6F65-4105A8AAC379}"/>
          </ac:spMkLst>
        </pc:spChg>
        <pc:spChg chg="del">
          <ac:chgData name="Edward LIM Boon Yan" userId="e0714d14-80ad-498e-a79e-8fd7f3b4f914" providerId="ADAL" clId="{7FE49793-70FC-5231-8191-5DB98C4C3DED}" dt="2026-05-20T07:27:52.808" v="2597" actId="478"/>
          <ac:spMkLst>
            <pc:docMk/>
            <pc:sldMk cId="1423721359" sldId="292"/>
            <ac:spMk id="5" creationId="{975B1628-ED01-B99C-76E8-88E5FD16C11A}"/>
          </ac:spMkLst>
        </pc:spChg>
        <pc:spChg chg="del">
          <ac:chgData name="Edward LIM Boon Yan" userId="e0714d14-80ad-498e-a79e-8fd7f3b4f914" providerId="ADAL" clId="{7FE49793-70FC-5231-8191-5DB98C4C3DED}" dt="2026-05-20T07:27:52.808" v="2597" actId="478"/>
          <ac:spMkLst>
            <pc:docMk/>
            <pc:sldMk cId="1423721359" sldId="292"/>
            <ac:spMk id="6" creationId="{9F041048-27E8-60CB-7387-87BFE96C59C0}"/>
          </ac:spMkLst>
        </pc:spChg>
        <pc:spChg chg="del">
          <ac:chgData name="Edward LIM Boon Yan" userId="e0714d14-80ad-498e-a79e-8fd7f3b4f914" providerId="ADAL" clId="{7FE49793-70FC-5231-8191-5DB98C4C3DED}" dt="2026-05-20T07:27:48.140" v="2595" actId="478"/>
          <ac:spMkLst>
            <pc:docMk/>
            <pc:sldMk cId="1423721359" sldId="292"/>
            <ac:spMk id="10" creationId="{49AA34C8-A60F-5AF4-48FB-372C6D5293E4}"/>
          </ac:spMkLst>
        </pc:spChg>
        <pc:graphicFrameChg chg="del">
          <ac:chgData name="Edward LIM Boon Yan" userId="e0714d14-80ad-498e-a79e-8fd7f3b4f914" providerId="ADAL" clId="{7FE49793-70FC-5231-8191-5DB98C4C3DED}" dt="2026-05-20T07:27:52.808" v="2597" actId="478"/>
          <ac:graphicFrameMkLst>
            <pc:docMk/>
            <pc:sldMk cId="1423721359" sldId="292"/>
            <ac:graphicFrameMk id="7" creationId="{F3C10FC2-2A54-356E-66AA-C47660482B01}"/>
          </ac:graphicFrameMkLst>
        </pc:graphicFrameChg>
        <pc:graphicFrameChg chg="add mod modGraphic">
          <ac:chgData name="Edward LIM Boon Yan" userId="e0714d14-80ad-498e-a79e-8fd7f3b4f914" providerId="ADAL" clId="{7FE49793-70FC-5231-8191-5DB98C4C3DED}" dt="2026-05-20T11:31:17.069" v="3805" actId="14100"/>
          <ac:graphicFrameMkLst>
            <pc:docMk/>
            <pc:sldMk cId="1423721359" sldId="292"/>
            <ac:graphicFrameMk id="8" creationId="{E5992F4B-9D8C-5388-6741-B9516F3A9C50}"/>
          </ac:graphicFrameMkLst>
        </pc:graphicFrameChg>
        <pc:graphicFrameChg chg="del">
          <ac:chgData name="Edward LIM Boon Yan" userId="e0714d14-80ad-498e-a79e-8fd7f3b4f914" providerId="ADAL" clId="{7FE49793-70FC-5231-8191-5DB98C4C3DED}" dt="2026-05-20T07:27:52.808" v="2597" actId="478"/>
          <ac:graphicFrameMkLst>
            <pc:docMk/>
            <pc:sldMk cId="1423721359" sldId="292"/>
            <ac:graphicFrameMk id="11" creationId="{21E60743-8BDB-70D2-30DF-5E164D0043B7}"/>
          </ac:graphicFrameMkLst>
        </pc:graphicFrameChg>
        <pc:graphicFrameChg chg="del">
          <ac:chgData name="Edward LIM Boon Yan" userId="e0714d14-80ad-498e-a79e-8fd7f3b4f914" providerId="ADAL" clId="{7FE49793-70FC-5231-8191-5DB98C4C3DED}" dt="2026-05-20T07:27:52.808" v="2597" actId="478"/>
          <ac:graphicFrameMkLst>
            <pc:docMk/>
            <pc:sldMk cId="1423721359" sldId="292"/>
            <ac:graphicFrameMk id="12" creationId="{526A6B64-1E42-F94C-995C-37436B9098DB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642464"/>
            <a:ext cx="6286542" cy="7018582"/>
            <a:chOff x="0" y="0"/>
            <a:chExt cx="8382055" cy="93581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382055" cy="8951710"/>
            </a:xfrm>
            <a:custGeom>
              <a:avLst/>
              <a:gdLst/>
              <a:ahLst/>
              <a:cxnLst/>
              <a:rect l="l" t="t" r="r" b="b"/>
              <a:pathLst>
                <a:path w="8382055" h="8951710">
                  <a:moveTo>
                    <a:pt x="0" y="0"/>
                  </a:moveTo>
                  <a:lnTo>
                    <a:pt x="8382055" y="0"/>
                  </a:lnTo>
                  <a:lnTo>
                    <a:pt x="8382055" y="8951710"/>
                  </a:lnTo>
                  <a:lnTo>
                    <a:pt x="0" y="8951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5461621"/>
              <a:ext cx="3308473" cy="3896489"/>
            </a:xfrm>
            <a:custGeom>
              <a:avLst/>
              <a:gdLst/>
              <a:ahLst/>
              <a:cxnLst/>
              <a:rect l="l" t="t" r="r" b="b"/>
              <a:pathLst>
                <a:path w="3308473" h="3896489">
                  <a:moveTo>
                    <a:pt x="0" y="0"/>
                  </a:moveTo>
                  <a:lnTo>
                    <a:pt x="3308473" y="0"/>
                  </a:lnTo>
                  <a:lnTo>
                    <a:pt x="3308473" y="3896489"/>
                  </a:lnTo>
                  <a:lnTo>
                    <a:pt x="0" y="3896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5865" y="3953669"/>
            <a:ext cx="9033435" cy="4230874"/>
            <a:chOff x="0" y="1221008"/>
            <a:chExt cx="12044580" cy="5641165"/>
          </a:xfrm>
        </p:grpSpPr>
        <p:sp>
          <p:nvSpPr>
            <p:cNvPr id="6" name="TextBox 6"/>
            <p:cNvSpPr txBox="1"/>
            <p:nvPr/>
          </p:nvSpPr>
          <p:spPr>
            <a:xfrm>
              <a:off x="0" y="1221008"/>
              <a:ext cx="12044580" cy="32829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 b="1" dirty="0">
                  <a:solidFill>
                    <a:srgbClr val="222A9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Data Processing Pipelines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036204"/>
              <a:ext cx="11587380" cy="18259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639"/>
                </a:lnSpc>
              </a:pPr>
              <a:r>
                <a:rPr lang="en-US" sz="2800" dirty="0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CS611 – Machine Learning Engineering Assignment 1</a:t>
              </a:r>
              <a:endParaRPr lang="en-US" sz="2599" dirty="0">
                <a:solidFill>
                  <a:srgbClr val="414042"/>
                </a:solidFill>
                <a:latin typeface="HK Grotesk"/>
                <a:ea typeface="HK Grotesk"/>
                <a:cs typeface="HK Grotesk"/>
                <a:sym typeface="HK Grotesk"/>
              </a:endParaRPr>
            </a:p>
            <a:p>
              <a:pPr algn="l">
                <a:lnSpc>
                  <a:spcPts val="3639"/>
                </a:lnSpc>
              </a:pPr>
              <a:r>
                <a:rPr lang="en-US" sz="2599" dirty="0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Lim Boon Yan Edward</a:t>
              </a:r>
            </a:p>
            <a:p>
              <a:pPr algn="l">
                <a:lnSpc>
                  <a:spcPts val="3639"/>
                </a:lnSpc>
              </a:pPr>
              <a:r>
                <a:rPr lang="en-US" sz="2599" dirty="0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01548108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05327" y="2861499"/>
            <a:ext cx="7179160" cy="5064571"/>
          </a:xfrm>
          <a:custGeom>
            <a:avLst/>
            <a:gdLst/>
            <a:ahLst/>
            <a:cxnLst/>
            <a:rect l="l" t="t" r="r" b="b"/>
            <a:pathLst>
              <a:path w="7179160" h="5064571">
                <a:moveTo>
                  <a:pt x="0" y="0"/>
                </a:moveTo>
                <a:lnTo>
                  <a:pt x="7179160" y="0"/>
                </a:lnTo>
                <a:lnTo>
                  <a:pt x="7179160" y="5064571"/>
                </a:lnTo>
                <a:lnTo>
                  <a:pt x="0" y="50645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154695"/>
            <a:ext cx="8115300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1" dirty="0">
                <a:solidFill>
                  <a:srgbClr val="222A9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Assignment Objective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522627"/>
            <a:ext cx="811530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SG" sz="2800" dirty="0"/>
              <a:t>To build an end to end data processing pipeline that transforms raw loan and customer data into ML-ready feature and label stores using the Medallion Architecture.</a:t>
            </a:r>
          </a:p>
          <a:p>
            <a:endParaRPr lang="en-SG" sz="2800" dirty="0"/>
          </a:p>
          <a:p>
            <a:r>
              <a:rPr lang="en-SG" sz="2800" dirty="0"/>
              <a:t>The pipeline applies data ingestion, cleaning, schema enforcement, feature engineering and modular </a:t>
            </a:r>
            <a:r>
              <a:rPr lang="en-SG" sz="2800" dirty="0" err="1"/>
              <a:t>PySpark</a:t>
            </a:r>
            <a:r>
              <a:rPr lang="en-SG" sz="2800" dirty="0"/>
              <a:t> processing across </a:t>
            </a:r>
            <a:r>
              <a:rPr lang="en-SG" sz="2800" b="1" dirty="0"/>
              <a:t>bronze, silver and gold</a:t>
            </a:r>
            <a:r>
              <a:rPr lang="en-SG" sz="2800" dirty="0"/>
              <a:t> layers. It also uses Docker and GitHub to support a more reproducible machine learning engineering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6409D-0D6F-814B-3C17-F780B61E9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69F9275-F3F4-599C-4F75-D8009794F443}"/>
              </a:ext>
            </a:extLst>
          </p:cNvPr>
          <p:cNvSpPr/>
          <p:nvPr/>
        </p:nvSpPr>
        <p:spPr>
          <a:xfrm>
            <a:off x="6988354" y="1790700"/>
            <a:ext cx="9166046" cy="78255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A1758B6-7E32-ED16-6769-F7DF120CE0F5}"/>
              </a:ext>
            </a:extLst>
          </p:cNvPr>
          <p:cNvSpPr/>
          <p:nvPr/>
        </p:nvSpPr>
        <p:spPr>
          <a:xfrm>
            <a:off x="609600" y="4478497"/>
            <a:ext cx="2514600" cy="493220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873D543-52F4-294F-898E-90050BD0B765}"/>
              </a:ext>
            </a:extLst>
          </p:cNvPr>
          <p:cNvSpPr txBox="1"/>
          <p:nvPr/>
        </p:nvSpPr>
        <p:spPr>
          <a:xfrm>
            <a:off x="838200" y="495300"/>
            <a:ext cx="11544300" cy="817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000" b="1" dirty="0">
                <a:solidFill>
                  <a:srgbClr val="222A9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Medallion Architecture Design</a:t>
            </a:r>
          </a:p>
        </p:txBody>
      </p:sp>
      <p:sp>
        <p:nvSpPr>
          <p:cNvPr id="17" name="Document 16">
            <a:extLst>
              <a:ext uri="{FF2B5EF4-FFF2-40B4-BE49-F238E27FC236}">
                <a16:creationId xmlns:a16="http://schemas.microsoft.com/office/drawing/2014/main" id="{997A88D0-9A71-E945-DBCC-BE9A0E2C300D}"/>
              </a:ext>
            </a:extLst>
          </p:cNvPr>
          <p:cNvSpPr/>
          <p:nvPr/>
        </p:nvSpPr>
        <p:spPr>
          <a:xfrm>
            <a:off x="838200" y="2496926"/>
            <a:ext cx="2057400" cy="1143000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LMS Loan Data</a:t>
            </a:r>
          </a:p>
        </p:txBody>
      </p:sp>
      <p:sp>
        <p:nvSpPr>
          <p:cNvPr id="18" name="Document 17">
            <a:extLst>
              <a:ext uri="{FF2B5EF4-FFF2-40B4-BE49-F238E27FC236}">
                <a16:creationId xmlns:a16="http://schemas.microsoft.com/office/drawing/2014/main" id="{97E6FD77-A229-923B-D0EC-A8C314D2EF2E}"/>
              </a:ext>
            </a:extLst>
          </p:cNvPr>
          <p:cNvSpPr/>
          <p:nvPr/>
        </p:nvSpPr>
        <p:spPr>
          <a:xfrm>
            <a:off x="838200" y="4741703"/>
            <a:ext cx="2057400" cy="1143000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Clickstream</a:t>
            </a:r>
          </a:p>
        </p:txBody>
      </p:sp>
      <p:sp>
        <p:nvSpPr>
          <p:cNvPr id="19" name="Document 18">
            <a:extLst>
              <a:ext uri="{FF2B5EF4-FFF2-40B4-BE49-F238E27FC236}">
                <a16:creationId xmlns:a16="http://schemas.microsoft.com/office/drawing/2014/main" id="{6D856EDD-22A6-D50E-541E-5C5EC9C1563C}"/>
              </a:ext>
            </a:extLst>
          </p:cNvPr>
          <p:cNvSpPr/>
          <p:nvPr/>
        </p:nvSpPr>
        <p:spPr>
          <a:xfrm>
            <a:off x="838200" y="6418103"/>
            <a:ext cx="2057400" cy="1143000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Attributes</a:t>
            </a:r>
          </a:p>
        </p:txBody>
      </p:sp>
      <p:sp>
        <p:nvSpPr>
          <p:cNvPr id="20" name="Document 19">
            <a:extLst>
              <a:ext uri="{FF2B5EF4-FFF2-40B4-BE49-F238E27FC236}">
                <a16:creationId xmlns:a16="http://schemas.microsoft.com/office/drawing/2014/main" id="{DE355888-2B2F-CAEC-D2E0-DE7316B73A29}"/>
              </a:ext>
            </a:extLst>
          </p:cNvPr>
          <p:cNvSpPr/>
          <p:nvPr/>
        </p:nvSpPr>
        <p:spPr>
          <a:xfrm>
            <a:off x="838200" y="7942103"/>
            <a:ext cx="2057400" cy="1143000"/>
          </a:xfrm>
          <a:prstGeom prst="flowChartDocumen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Financials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353F61-BB1F-7002-378C-381015F40F08}"/>
              </a:ext>
            </a:extLst>
          </p:cNvPr>
          <p:cNvSpPr txBox="1"/>
          <p:nvPr/>
        </p:nvSpPr>
        <p:spPr>
          <a:xfrm>
            <a:off x="801710" y="2016046"/>
            <a:ext cx="209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Transactional Data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374C7A-F2B1-CBAE-0423-962780A29BFC}"/>
              </a:ext>
            </a:extLst>
          </p:cNvPr>
          <p:cNvSpPr txBox="1"/>
          <p:nvPr/>
        </p:nvSpPr>
        <p:spPr>
          <a:xfrm>
            <a:off x="904875" y="4088368"/>
            <a:ext cx="1924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Features Data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0FFA8E8-DA47-9377-22A2-97A847720451}"/>
              </a:ext>
            </a:extLst>
          </p:cNvPr>
          <p:cNvCxnSpPr>
            <a:cxnSpLocks/>
            <a:stCxn id="17" idx="3"/>
            <a:endCxn id="58" idx="1"/>
          </p:cNvCxnSpPr>
          <p:nvPr/>
        </p:nvCxnSpPr>
        <p:spPr>
          <a:xfrm flipV="1">
            <a:off x="2895600" y="3062375"/>
            <a:ext cx="5420978" cy="60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DFD1EEF1-DDD7-BA7B-62A7-ADD40D4E7C51}"/>
              </a:ext>
            </a:extLst>
          </p:cNvPr>
          <p:cNvCxnSpPr>
            <a:cxnSpLocks/>
            <a:stCxn id="21" idx="3"/>
            <a:endCxn id="58" idx="1"/>
          </p:cNvCxnSpPr>
          <p:nvPr/>
        </p:nvCxnSpPr>
        <p:spPr>
          <a:xfrm flipV="1">
            <a:off x="3124200" y="3062375"/>
            <a:ext cx="5192378" cy="388222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n 25">
            <a:extLst>
              <a:ext uri="{FF2B5EF4-FFF2-40B4-BE49-F238E27FC236}">
                <a16:creationId xmlns:a16="http://schemas.microsoft.com/office/drawing/2014/main" id="{B81F7C3B-2EA2-7F35-2CAB-E46348C6AC31}"/>
              </a:ext>
            </a:extLst>
          </p:cNvPr>
          <p:cNvSpPr/>
          <p:nvPr/>
        </p:nvSpPr>
        <p:spPr>
          <a:xfrm>
            <a:off x="11948219" y="4610048"/>
            <a:ext cx="1284712" cy="1143052"/>
          </a:xfrm>
          <a:prstGeom prst="can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Bronze</a:t>
            </a:r>
          </a:p>
          <a:p>
            <a:pPr algn="ctr"/>
            <a:r>
              <a:rPr lang="en-US" sz="1000" dirty="0"/>
              <a:t>(CSV)</a:t>
            </a:r>
          </a:p>
        </p:txBody>
      </p:sp>
      <p:sp>
        <p:nvSpPr>
          <p:cNvPr id="37" name="Can 36">
            <a:extLst>
              <a:ext uri="{FF2B5EF4-FFF2-40B4-BE49-F238E27FC236}">
                <a16:creationId xmlns:a16="http://schemas.microsoft.com/office/drawing/2014/main" id="{91C93D83-5A2C-69CF-383A-48604DD80E33}"/>
              </a:ext>
            </a:extLst>
          </p:cNvPr>
          <p:cNvSpPr/>
          <p:nvPr/>
        </p:nvSpPr>
        <p:spPr>
          <a:xfrm>
            <a:off x="11948219" y="6362700"/>
            <a:ext cx="1284712" cy="1143052"/>
          </a:xfrm>
          <a:prstGeom prst="can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Silver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(Parquet)</a:t>
            </a:r>
          </a:p>
        </p:txBody>
      </p:sp>
      <p:sp>
        <p:nvSpPr>
          <p:cNvPr id="38" name="Can 37">
            <a:extLst>
              <a:ext uri="{FF2B5EF4-FFF2-40B4-BE49-F238E27FC236}">
                <a16:creationId xmlns:a16="http://schemas.microsoft.com/office/drawing/2014/main" id="{7A62670D-33A4-66FA-D4F5-0C814B9A04A8}"/>
              </a:ext>
            </a:extLst>
          </p:cNvPr>
          <p:cNvSpPr/>
          <p:nvPr/>
        </p:nvSpPr>
        <p:spPr>
          <a:xfrm>
            <a:off x="11956607" y="8060735"/>
            <a:ext cx="1267936" cy="1128126"/>
          </a:xfrm>
          <a:prstGeom prst="can">
            <a:avLst/>
          </a:prstGeom>
          <a:solidFill>
            <a:srgbClr val="C4A9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Gold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(Parquet)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06A9D6-B9CF-EBEA-98F9-D7B81A73B883}"/>
              </a:ext>
            </a:extLst>
          </p:cNvPr>
          <p:cNvSpPr txBox="1"/>
          <p:nvPr/>
        </p:nvSpPr>
        <p:spPr>
          <a:xfrm>
            <a:off x="10471530" y="1421368"/>
            <a:ext cx="209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Medallion Layer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767E1E0-F92E-7F86-68C7-3B713E1E5C75}"/>
              </a:ext>
            </a:extLst>
          </p:cNvPr>
          <p:cNvSpPr/>
          <p:nvPr/>
        </p:nvSpPr>
        <p:spPr>
          <a:xfrm>
            <a:off x="8316578" y="2709245"/>
            <a:ext cx="2209800" cy="70625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main.py</a:t>
            </a:r>
            <a:endParaRPr lang="en-US" dirty="0"/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CC80E48C-3377-FA9E-5ABF-FF678E8D0DC2}"/>
              </a:ext>
            </a:extLst>
          </p:cNvPr>
          <p:cNvSpPr/>
          <p:nvPr/>
        </p:nvSpPr>
        <p:spPr>
          <a:xfrm>
            <a:off x="7524259" y="4478496"/>
            <a:ext cx="3794438" cy="493220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430F5D1-9987-60E6-95B9-3E32A2BBC3B5}"/>
              </a:ext>
            </a:extLst>
          </p:cNvPr>
          <p:cNvSpPr/>
          <p:nvPr/>
        </p:nvSpPr>
        <p:spPr>
          <a:xfrm>
            <a:off x="7754225" y="4826922"/>
            <a:ext cx="3334506" cy="70625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 err="1"/>
              <a:t>data_processing</a:t>
            </a:r>
            <a:r>
              <a:rPr lang="en-SG" dirty="0"/>
              <a:t>_</a:t>
            </a:r>
            <a:r>
              <a:rPr lang="en-US" dirty="0" err="1"/>
              <a:t>bronze_table.py</a:t>
            </a:r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8B239C4-ADF6-606B-49CF-2B4DACD24B37}"/>
              </a:ext>
            </a:extLst>
          </p:cNvPr>
          <p:cNvSpPr/>
          <p:nvPr/>
        </p:nvSpPr>
        <p:spPr>
          <a:xfrm>
            <a:off x="7754225" y="8283438"/>
            <a:ext cx="3334506" cy="70625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 err="1"/>
              <a:t>data_processing</a:t>
            </a:r>
            <a:r>
              <a:rPr lang="en-SG" dirty="0"/>
              <a:t>_</a:t>
            </a:r>
            <a:r>
              <a:rPr lang="en-US" dirty="0" err="1"/>
              <a:t>gold_table.py</a:t>
            </a:r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97128A6-E0CB-D21B-6D75-565AF9A8A520}"/>
              </a:ext>
            </a:extLst>
          </p:cNvPr>
          <p:cNvSpPr/>
          <p:nvPr/>
        </p:nvSpPr>
        <p:spPr>
          <a:xfrm>
            <a:off x="7754225" y="6591469"/>
            <a:ext cx="3334506" cy="70625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 err="1"/>
              <a:t>data_processing</a:t>
            </a:r>
            <a:r>
              <a:rPr lang="en-SG" dirty="0"/>
              <a:t>_</a:t>
            </a:r>
            <a:r>
              <a:rPr lang="en-US" dirty="0" err="1"/>
              <a:t>silver_table.py</a:t>
            </a:r>
            <a:endParaRPr lang="en-US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2F36AD-DC19-D317-6146-2A54115A336D}"/>
              </a:ext>
            </a:extLst>
          </p:cNvPr>
          <p:cNvCxnSpPr>
            <a:cxnSpLocks/>
            <a:stCxn id="58" idx="2"/>
            <a:endCxn id="65" idx="0"/>
          </p:cNvCxnSpPr>
          <p:nvPr/>
        </p:nvCxnSpPr>
        <p:spPr>
          <a:xfrm>
            <a:off x="9421478" y="3415504"/>
            <a:ext cx="0" cy="14114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5EE7AE67-9A1F-759A-B652-4B61DD12C7BB}"/>
              </a:ext>
            </a:extLst>
          </p:cNvPr>
          <p:cNvCxnSpPr>
            <a:cxnSpLocks/>
            <a:stCxn id="26" idx="3"/>
            <a:endCxn id="67" idx="0"/>
          </p:cNvCxnSpPr>
          <p:nvPr/>
        </p:nvCxnSpPr>
        <p:spPr>
          <a:xfrm rot="5400000">
            <a:off x="10586843" y="4587736"/>
            <a:ext cx="838369" cy="316909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7D7ECEBF-A834-4335-703F-4D94AF365985}"/>
              </a:ext>
            </a:extLst>
          </p:cNvPr>
          <p:cNvCxnSpPr>
            <a:cxnSpLocks/>
            <a:stCxn id="37" idx="3"/>
            <a:endCxn id="66" idx="0"/>
          </p:cNvCxnSpPr>
          <p:nvPr/>
        </p:nvCxnSpPr>
        <p:spPr>
          <a:xfrm rot="5400000">
            <a:off x="10617184" y="6310047"/>
            <a:ext cx="777686" cy="316909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Elbow Connector 94">
            <a:extLst>
              <a:ext uri="{FF2B5EF4-FFF2-40B4-BE49-F238E27FC236}">
                <a16:creationId xmlns:a16="http://schemas.microsoft.com/office/drawing/2014/main" id="{5206D6BA-FE2A-E22F-54B9-DB60AA7DE5E0}"/>
              </a:ext>
            </a:extLst>
          </p:cNvPr>
          <p:cNvCxnSpPr>
            <a:cxnSpLocks/>
            <a:stCxn id="65" idx="1"/>
            <a:endCxn id="67" idx="1"/>
          </p:cNvCxnSpPr>
          <p:nvPr/>
        </p:nvCxnSpPr>
        <p:spPr>
          <a:xfrm rot="10800000" flipV="1">
            <a:off x="7754225" y="5180051"/>
            <a:ext cx="12700" cy="1764547"/>
          </a:xfrm>
          <a:prstGeom prst="bentConnector3">
            <a:avLst>
              <a:gd name="adj1" fmla="val 362535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8E14D205-10BF-1DCC-0451-16B6B4278594}"/>
              </a:ext>
            </a:extLst>
          </p:cNvPr>
          <p:cNvCxnSpPr>
            <a:cxnSpLocks/>
            <a:stCxn id="68" idx="1"/>
            <a:endCxn id="66" idx="1"/>
          </p:cNvCxnSpPr>
          <p:nvPr/>
        </p:nvCxnSpPr>
        <p:spPr>
          <a:xfrm rot="10800000" flipH="1" flipV="1">
            <a:off x="7524259" y="6944598"/>
            <a:ext cx="229966" cy="1691970"/>
          </a:xfrm>
          <a:prstGeom prst="bentConnector3">
            <a:avLst>
              <a:gd name="adj1" fmla="val -9940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263E752-CB9E-A86F-01EC-D6F9AAB108A3}"/>
              </a:ext>
            </a:extLst>
          </p:cNvPr>
          <p:cNvCxnSpPr>
            <a:cxnSpLocks/>
            <a:stCxn id="65" idx="3"/>
            <a:endCxn id="26" idx="2"/>
          </p:cNvCxnSpPr>
          <p:nvPr/>
        </p:nvCxnSpPr>
        <p:spPr>
          <a:xfrm>
            <a:off x="11088731" y="5180052"/>
            <a:ext cx="859488" cy="15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18403FE1-AB2C-FAFC-B4F0-AA581D1D92E4}"/>
              </a:ext>
            </a:extLst>
          </p:cNvPr>
          <p:cNvCxnSpPr>
            <a:cxnSpLocks/>
            <a:stCxn id="67" idx="3"/>
            <a:endCxn id="37" idx="2"/>
          </p:cNvCxnSpPr>
          <p:nvPr/>
        </p:nvCxnSpPr>
        <p:spPr>
          <a:xfrm flipV="1">
            <a:off x="11088731" y="6934226"/>
            <a:ext cx="859488" cy="103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737A3296-8528-DE32-EF9B-2A631AA53E98}"/>
              </a:ext>
            </a:extLst>
          </p:cNvPr>
          <p:cNvSpPr txBox="1"/>
          <p:nvPr/>
        </p:nvSpPr>
        <p:spPr>
          <a:xfrm>
            <a:off x="7731962" y="3836113"/>
            <a:ext cx="1932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Transformation Logic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36512A5-0002-2CF3-CABE-CF5FF9B7843A}"/>
              </a:ext>
            </a:extLst>
          </p:cNvPr>
          <p:cNvSpPr txBox="1"/>
          <p:nvPr/>
        </p:nvSpPr>
        <p:spPr>
          <a:xfrm>
            <a:off x="8194497" y="2019300"/>
            <a:ext cx="2093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Pipeline Orchestration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5F7CC30-65A4-53ED-4FB3-5FF0A5367C69}"/>
              </a:ext>
            </a:extLst>
          </p:cNvPr>
          <p:cNvSpPr txBox="1"/>
          <p:nvPr/>
        </p:nvSpPr>
        <p:spPr>
          <a:xfrm>
            <a:off x="11862694" y="4090957"/>
            <a:ext cx="209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Storage Layers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EFDB413-0CE4-57C1-1855-C20FA93764EF}"/>
              </a:ext>
            </a:extLst>
          </p:cNvPr>
          <p:cNvSpPr txBox="1"/>
          <p:nvPr/>
        </p:nvSpPr>
        <p:spPr>
          <a:xfrm>
            <a:off x="10668000" y="2615894"/>
            <a:ext cx="4249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Pipeline orchestration: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Initialize Spark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Generate snapshot schedule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Trigger pipeline execution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DA0F8DD-24C4-ABCF-BEED-DE5323D6F85B}"/>
              </a:ext>
            </a:extLst>
          </p:cNvPr>
          <p:cNvSpPr txBox="1"/>
          <p:nvPr/>
        </p:nvSpPr>
        <p:spPr>
          <a:xfrm>
            <a:off x="7718180" y="7308832"/>
            <a:ext cx="17590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Cleaned &amp; standardised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69FDF21-F098-B08A-33D1-9435489A3567}"/>
              </a:ext>
            </a:extLst>
          </p:cNvPr>
          <p:cNvSpPr txBox="1"/>
          <p:nvPr/>
        </p:nvSpPr>
        <p:spPr>
          <a:xfrm>
            <a:off x="7718181" y="5541337"/>
            <a:ext cx="10737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Raw ingestion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A58B2BF-06C6-018B-9622-9A04CC6A63EF}"/>
              </a:ext>
            </a:extLst>
          </p:cNvPr>
          <p:cNvSpPr txBox="1"/>
          <p:nvPr/>
        </p:nvSpPr>
        <p:spPr>
          <a:xfrm>
            <a:off x="7718180" y="8966156"/>
            <a:ext cx="192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Feature store + label store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EB6B357-6D5F-5164-DE6F-921038E0CDA8}"/>
              </a:ext>
            </a:extLst>
          </p:cNvPr>
          <p:cNvCxnSpPr>
            <a:cxnSpLocks/>
            <a:stCxn id="66" idx="3"/>
            <a:endCxn id="38" idx="2"/>
          </p:cNvCxnSpPr>
          <p:nvPr/>
        </p:nvCxnSpPr>
        <p:spPr>
          <a:xfrm flipV="1">
            <a:off x="11088731" y="8624798"/>
            <a:ext cx="867876" cy="117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8DFCAAB0-B0CE-52C8-9458-AF48CDDC5688}"/>
              </a:ext>
            </a:extLst>
          </p:cNvPr>
          <p:cNvSpPr txBox="1"/>
          <p:nvPr/>
        </p:nvSpPr>
        <p:spPr>
          <a:xfrm>
            <a:off x="13429268" y="4803908"/>
            <a:ext cx="2383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Raw snapshot ingestion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Minimal to no transformation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4B2123F-CDBC-E08C-BA19-229065A66DB7}"/>
              </a:ext>
            </a:extLst>
          </p:cNvPr>
          <p:cNvSpPr txBox="1"/>
          <p:nvPr/>
        </p:nvSpPr>
        <p:spPr>
          <a:xfrm>
            <a:off x="13429268" y="6591469"/>
            <a:ext cx="2383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Schema enforcement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Data cleaning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Standardisation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EC11143-70FE-5496-CD4F-7B4517319E5D}"/>
              </a:ext>
            </a:extLst>
          </p:cNvPr>
          <p:cNvSpPr txBox="1"/>
          <p:nvPr/>
        </p:nvSpPr>
        <p:spPr>
          <a:xfrm>
            <a:off x="13429268" y="8278782"/>
            <a:ext cx="23831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ML-ready datasets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Feature engineering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Merging features to Loan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/>
              <a:t>Label Generation</a:t>
            </a:r>
          </a:p>
        </p:txBody>
      </p:sp>
    </p:spTree>
    <p:extLst>
      <p:ext uri="{BB962C8B-B14F-4D97-AF65-F5344CB8AC3E}">
        <p14:creationId xmlns:p14="http://schemas.microsoft.com/office/powerpoint/2010/main" val="1430935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0AF35-67D5-579E-58C4-B25EF6AFB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0199292-B880-8F94-4E42-5FAF30BEA78D}"/>
              </a:ext>
            </a:extLst>
          </p:cNvPr>
          <p:cNvSpPr txBox="1"/>
          <p:nvPr/>
        </p:nvSpPr>
        <p:spPr>
          <a:xfrm>
            <a:off x="838200" y="495300"/>
            <a:ext cx="16154400" cy="817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00"/>
              </a:lnSpc>
            </a:pPr>
            <a:r>
              <a:rPr lang="en-US" sz="5000" b="1" dirty="0">
                <a:solidFill>
                  <a:srgbClr val="222A9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Bronze Layer Implementation: Raw Data Ingestion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7E64497D-B90D-334F-9AA9-9BD40FAC6801}"/>
              </a:ext>
            </a:extLst>
          </p:cNvPr>
          <p:cNvSpPr/>
          <p:nvPr/>
        </p:nvSpPr>
        <p:spPr>
          <a:xfrm>
            <a:off x="815492" y="3460448"/>
            <a:ext cx="1099941" cy="1099941"/>
          </a:xfrm>
          <a:custGeom>
            <a:avLst/>
            <a:gdLst/>
            <a:ahLst/>
            <a:cxnLst/>
            <a:rect l="l" t="t" r="r" b="b"/>
            <a:pathLst>
              <a:path w="1099941" h="1099941">
                <a:moveTo>
                  <a:pt x="0" y="0"/>
                </a:moveTo>
                <a:lnTo>
                  <a:pt x="1099941" y="0"/>
                </a:lnTo>
                <a:lnTo>
                  <a:pt x="1099941" y="1099941"/>
                </a:lnTo>
                <a:lnTo>
                  <a:pt x="0" y="1099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A2249739-4408-A63B-8012-5064B8087479}"/>
              </a:ext>
            </a:extLst>
          </p:cNvPr>
          <p:cNvSpPr/>
          <p:nvPr/>
        </p:nvSpPr>
        <p:spPr>
          <a:xfrm>
            <a:off x="832491" y="5796159"/>
            <a:ext cx="1065943" cy="1099941"/>
          </a:xfrm>
          <a:custGeom>
            <a:avLst/>
            <a:gdLst/>
            <a:ahLst/>
            <a:cxnLst/>
            <a:rect l="l" t="t" r="r" b="b"/>
            <a:pathLst>
              <a:path w="1065943" h="1099941">
                <a:moveTo>
                  <a:pt x="0" y="0"/>
                </a:moveTo>
                <a:lnTo>
                  <a:pt x="1065943" y="0"/>
                </a:lnTo>
                <a:lnTo>
                  <a:pt x="1065943" y="1099941"/>
                </a:lnTo>
                <a:lnTo>
                  <a:pt x="0" y="1099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E4622F68-26CE-8F0D-1BC0-F6923269F94E}"/>
              </a:ext>
            </a:extLst>
          </p:cNvPr>
          <p:cNvSpPr/>
          <p:nvPr/>
        </p:nvSpPr>
        <p:spPr>
          <a:xfrm>
            <a:off x="8839200" y="5822647"/>
            <a:ext cx="1338424" cy="1099941"/>
          </a:xfrm>
          <a:custGeom>
            <a:avLst/>
            <a:gdLst/>
            <a:ahLst/>
            <a:cxnLst/>
            <a:rect l="l" t="t" r="r" b="b"/>
            <a:pathLst>
              <a:path w="1338424" h="1099941">
                <a:moveTo>
                  <a:pt x="0" y="0"/>
                </a:moveTo>
                <a:lnTo>
                  <a:pt x="1338424" y="0"/>
                </a:lnTo>
                <a:lnTo>
                  <a:pt x="1338424" y="1099941"/>
                </a:lnTo>
                <a:lnTo>
                  <a:pt x="0" y="1099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18A9E77C-606F-D2BD-CE81-CB391BA57366}"/>
              </a:ext>
            </a:extLst>
          </p:cNvPr>
          <p:cNvSpPr/>
          <p:nvPr/>
        </p:nvSpPr>
        <p:spPr>
          <a:xfrm>
            <a:off x="8839200" y="3460447"/>
            <a:ext cx="1075942" cy="1099941"/>
          </a:xfrm>
          <a:custGeom>
            <a:avLst/>
            <a:gdLst/>
            <a:ahLst/>
            <a:cxnLst/>
            <a:rect l="l" t="t" r="r" b="b"/>
            <a:pathLst>
              <a:path w="1075942" h="1099941">
                <a:moveTo>
                  <a:pt x="0" y="0"/>
                </a:moveTo>
                <a:lnTo>
                  <a:pt x="1075942" y="0"/>
                </a:lnTo>
                <a:lnTo>
                  <a:pt x="1075942" y="1099941"/>
                </a:lnTo>
                <a:lnTo>
                  <a:pt x="0" y="1099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2F8487A6-612A-442A-89D0-DDAD6B36A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570608"/>
              </p:ext>
            </p:extLst>
          </p:nvPr>
        </p:nvGraphicFramePr>
        <p:xfrm>
          <a:off x="2647930" y="3162300"/>
          <a:ext cx="5962670" cy="4638522"/>
        </p:xfrm>
        <a:graphic>
          <a:graphicData uri="http://schemas.openxmlformats.org/drawingml/2006/table">
            <a:tbl>
              <a:tblPr/>
              <a:tblGrid>
                <a:gridCol w="5962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6815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Input Sources</a:t>
                      </a:r>
                      <a:endParaRPr lang="en-US" sz="2500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2446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lms_loan_daily.csv</a:t>
                      </a: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342900" indent="-342900" algn="l" defTabSz="914400" rtl="0" eaLnBrk="1" latinLnBrk="0" hangingPunct="1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feature_clickstream.csv</a:t>
                      </a: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342900" indent="-342900" algn="l" defTabSz="914400" rtl="0" eaLnBrk="1" latinLnBrk="0" hangingPunct="1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features_attributes.csv</a:t>
                      </a: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342900" indent="-342900" algn="l" defTabSz="914400" rtl="0" eaLnBrk="1" latinLnBrk="0" hangingPunct="1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features_financials.csv</a:t>
                      </a:r>
                      <a:endParaRPr lang="en-US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815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Implementation Steps</a:t>
                      </a:r>
                      <a:endParaRPr lang="en-US" sz="2500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2446"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ts val="3079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Read raw CSV files using </a:t>
                      </a: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</a:rPr>
                        <a:t>PySpark</a:t>
                      </a: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. </a:t>
                      </a:r>
                    </a:p>
                    <a:p>
                      <a:pPr marL="457200" indent="-457200" algn="l">
                        <a:lnSpc>
                          <a:spcPts val="3079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Filter records by monthly </a:t>
                      </a: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snapshot_date</a:t>
                      </a: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. </a:t>
                      </a:r>
                    </a:p>
                    <a:p>
                      <a:pPr marL="457200" indent="-457200" algn="l">
                        <a:lnSpc>
                          <a:spcPts val="3079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Save each monthly snapshot as a separate bronze file. </a:t>
                      </a:r>
                    </a:p>
                    <a:p>
                      <a:pPr marL="457200" indent="-457200" algn="l">
                        <a:lnSpc>
                          <a:spcPts val="3079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Store outputs under the bronze </a:t>
                      </a: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</a:rPr>
                        <a:t>datamart</a:t>
                      </a: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 folders.</a:t>
                      </a:r>
                      <a:endParaRPr lang="en-US" sz="1800" kern="1200" dirty="0">
                        <a:solidFill>
                          <a:srgbClr val="414042"/>
                        </a:solidFill>
                        <a:latin typeface="HK Grotesk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D74A801-39B4-AC44-A82F-BB62A003A4D8}"/>
              </a:ext>
            </a:extLst>
          </p:cNvPr>
          <p:cNvSpPr txBox="1"/>
          <p:nvPr/>
        </p:nvSpPr>
        <p:spPr>
          <a:xfrm>
            <a:off x="815492" y="1181100"/>
            <a:ext cx="14729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Raw LMS and customer feature datasets are ingested using </a:t>
            </a:r>
            <a:r>
              <a:rPr lang="en-SG" dirty="0" err="1"/>
              <a:t>PySpark</a:t>
            </a:r>
            <a:r>
              <a:rPr lang="en-SG" dirty="0"/>
              <a:t> filtered by </a:t>
            </a:r>
            <a:r>
              <a:rPr lang="en-SG" dirty="0" err="1"/>
              <a:t>snapshot_date</a:t>
            </a:r>
            <a:r>
              <a:rPr lang="en-SG" dirty="0"/>
              <a:t> and stored as monthly CSV partitions in the bronze </a:t>
            </a:r>
            <a:r>
              <a:rPr lang="en-SG" dirty="0" err="1"/>
              <a:t>datamart</a:t>
            </a:r>
            <a:r>
              <a:rPr lang="en-SG" dirty="0"/>
              <a:t>. Minimal transformation is applied to preserve source data integrity and maintain traceability for downstream silver and gold processing.</a:t>
            </a:r>
            <a:endParaRPr lang="en-US" dirty="0"/>
          </a:p>
        </p:txBody>
      </p:sp>
      <p:graphicFrame>
        <p:nvGraphicFramePr>
          <p:cNvPr id="11" name="Table 8">
            <a:extLst>
              <a:ext uri="{FF2B5EF4-FFF2-40B4-BE49-F238E27FC236}">
                <a16:creationId xmlns:a16="http://schemas.microsoft.com/office/drawing/2014/main" id="{16F79627-0A7A-F52B-8F3A-4ECCB3F92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809110"/>
              </p:ext>
            </p:extLst>
          </p:nvPr>
        </p:nvGraphicFramePr>
        <p:xfrm>
          <a:off x="10403473" y="5524500"/>
          <a:ext cx="7658678" cy="2319261"/>
        </p:xfrm>
        <a:graphic>
          <a:graphicData uri="http://schemas.openxmlformats.org/drawingml/2006/table">
            <a:tbl>
              <a:tblPr/>
              <a:tblGrid>
                <a:gridCol w="7658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6815"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Design Rationale</a:t>
                      </a:r>
                      <a:endParaRPr lang="en-US" sz="2500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2446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Preserves raw source data for traceability. </a:t>
                      </a:r>
                    </a:p>
                    <a:p>
                      <a:pPr marL="342900" indent="-342900" algn="l" defTabSz="914400" rtl="0" eaLnBrk="1" latinLnBrk="0" hangingPunct="1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Keeps bronze layer close to the original source. </a:t>
                      </a:r>
                    </a:p>
                    <a:p>
                      <a:pPr marL="342900" indent="-342900" algn="l" defTabSz="914400" rtl="0" eaLnBrk="1" latinLnBrk="0" hangingPunct="1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Enables repeatable monthly backfill processing. </a:t>
                      </a:r>
                    </a:p>
                    <a:p>
                      <a:pPr marL="342900" indent="-342900" algn="l" defTabSz="914400" rtl="0" eaLnBrk="1" latinLnBrk="0" hangingPunct="1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Foundation for downstream silver processing.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23F1E6E-0AB8-75A6-4046-5C5F6FF7B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531338"/>
              </p:ext>
            </p:extLst>
          </p:nvPr>
        </p:nvGraphicFramePr>
        <p:xfrm>
          <a:off x="10403472" y="3162300"/>
          <a:ext cx="7069035" cy="2319261"/>
        </p:xfrm>
        <a:graphic>
          <a:graphicData uri="http://schemas.openxmlformats.org/drawingml/2006/table">
            <a:tbl>
              <a:tblPr/>
              <a:tblGrid>
                <a:gridCol w="7069035">
                  <a:extLst>
                    <a:ext uri="{9D8B030D-6E8A-4147-A177-3AD203B41FA5}">
                      <a16:colId xmlns:a16="http://schemas.microsoft.com/office/drawing/2014/main" val="4259951762"/>
                    </a:ext>
                  </a:extLst>
                </a:gridCol>
              </a:tblGrid>
              <a:tr h="666815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Output Tables</a:t>
                      </a:r>
                      <a:endParaRPr lang="en-US" sz="2500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780101"/>
                  </a:ext>
                </a:extLst>
              </a:tr>
              <a:tr h="1652446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bronze_loan_daily_YYYY_MM_DD.csv</a:t>
                      </a:r>
                      <a:endParaRPr lang="en-SG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bronze_clickstream_YYYY_MM_DD.csv</a:t>
                      </a:r>
                      <a:endParaRPr lang="en-SG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bronze_attributes_YYYY_MM_DD.csv</a:t>
                      </a:r>
                      <a:endParaRPr lang="en-SG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bronze_financials_YYYY_MM_DD.csv</a:t>
                      </a:r>
                      <a:endParaRPr lang="en-US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805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588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9EB48-D664-CA8F-EE05-2513A85CD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070B569-0D4C-C948-F9E3-E8B22E81F06F}"/>
              </a:ext>
            </a:extLst>
          </p:cNvPr>
          <p:cNvSpPr txBox="1"/>
          <p:nvPr/>
        </p:nvSpPr>
        <p:spPr>
          <a:xfrm>
            <a:off x="838199" y="495300"/>
            <a:ext cx="17223951" cy="817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00"/>
              </a:lnSpc>
            </a:pPr>
            <a:r>
              <a:rPr lang="en-US" sz="5000" b="1" dirty="0">
                <a:solidFill>
                  <a:srgbClr val="222A9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Silver Layer Implementation: Cleaning and </a:t>
            </a:r>
            <a:r>
              <a:rPr lang="en-US" sz="5000" b="1" dirty="0" err="1">
                <a:solidFill>
                  <a:srgbClr val="222A9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Standardisation</a:t>
            </a:r>
            <a:endParaRPr lang="en-US" sz="5000" b="1" dirty="0">
              <a:solidFill>
                <a:srgbClr val="222A9B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AE145DC7-3CBC-6780-6003-01434468ECC4}"/>
              </a:ext>
            </a:extLst>
          </p:cNvPr>
          <p:cNvSpPr/>
          <p:nvPr/>
        </p:nvSpPr>
        <p:spPr>
          <a:xfrm>
            <a:off x="815492" y="3460448"/>
            <a:ext cx="1099941" cy="1099941"/>
          </a:xfrm>
          <a:custGeom>
            <a:avLst/>
            <a:gdLst/>
            <a:ahLst/>
            <a:cxnLst/>
            <a:rect l="l" t="t" r="r" b="b"/>
            <a:pathLst>
              <a:path w="1099941" h="1099941">
                <a:moveTo>
                  <a:pt x="0" y="0"/>
                </a:moveTo>
                <a:lnTo>
                  <a:pt x="1099941" y="0"/>
                </a:lnTo>
                <a:lnTo>
                  <a:pt x="1099941" y="1099941"/>
                </a:lnTo>
                <a:lnTo>
                  <a:pt x="0" y="1099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A7B4139E-DDD3-B836-7D7C-E2782C040999}"/>
              </a:ext>
            </a:extLst>
          </p:cNvPr>
          <p:cNvSpPr/>
          <p:nvPr/>
        </p:nvSpPr>
        <p:spPr>
          <a:xfrm>
            <a:off x="832491" y="5796159"/>
            <a:ext cx="1065943" cy="1099941"/>
          </a:xfrm>
          <a:custGeom>
            <a:avLst/>
            <a:gdLst/>
            <a:ahLst/>
            <a:cxnLst/>
            <a:rect l="l" t="t" r="r" b="b"/>
            <a:pathLst>
              <a:path w="1065943" h="1099941">
                <a:moveTo>
                  <a:pt x="0" y="0"/>
                </a:moveTo>
                <a:lnTo>
                  <a:pt x="1065943" y="0"/>
                </a:lnTo>
                <a:lnTo>
                  <a:pt x="1065943" y="1099941"/>
                </a:lnTo>
                <a:lnTo>
                  <a:pt x="0" y="1099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E6B3B3DD-C391-170A-ADB8-6E449D718123}"/>
              </a:ext>
            </a:extLst>
          </p:cNvPr>
          <p:cNvSpPr/>
          <p:nvPr/>
        </p:nvSpPr>
        <p:spPr>
          <a:xfrm>
            <a:off x="8839200" y="5822647"/>
            <a:ext cx="1338424" cy="1099941"/>
          </a:xfrm>
          <a:custGeom>
            <a:avLst/>
            <a:gdLst/>
            <a:ahLst/>
            <a:cxnLst/>
            <a:rect l="l" t="t" r="r" b="b"/>
            <a:pathLst>
              <a:path w="1338424" h="1099941">
                <a:moveTo>
                  <a:pt x="0" y="0"/>
                </a:moveTo>
                <a:lnTo>
                  <a:pt x="1338424" y="0"/>
                </a:lnTo>
                <a:lnTo>
                  <a:pt x="1338424" y="1099941"/>
                </a:lnTo>
                <a:lnTo>
                  <a:pt x="0" y="1099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45A8C62E-C373-3D25-D1F9-D5D08B9E751B}"/>
              </a:ext>
            </a:extLst>
          </p:cNvPr>
          <p:cNvSpPr/>
          <p:nvPr/>
        </p:nvSpPr>
        <p:spPr>
          <a:xfrm>
            <a:off x="8839200" y="3460447"/>
            <a:ext cx="1075942" cy="1099941"/>
          </a:xfrm>
          <a:custGeom>
            <a:avLst/>
            <a:gdLst/>
            <a:ahLst/>
            <a:cxnLst/>
            <a:rect l="l" t="t" r="r" b="b"/>
            <a:pathLst>
              <a:path w="1075942" h="1099941">
                <a:moveTo>
                  <a:pt x="0" y="0"/>
                </a:moveTo>
                <a:lnTo>
                  <a:pt x="1075942" y="0"/>
                </a:lnTo>
                <a:lnTo>
                  <a:pt x="1075942" y="1099941"/>
                </a:lnTo>
                <a:lnTo>
                  <a:pt x="0" y="1099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BE392E67-F582-90FD-B2D4-8C2109362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652812"/>
              </p:ext>
            </p:extLst>
          </p:nvPr>
        </p:nvGraphicFramePr>
        <p:xfrm>
          <a:off x="2647930" y="3162300"/>
          <a:ext cx="5962670" cy="5712068"/>
        </p:xfrm>
        <a:graphic>
          <a:graphicData uri="http://schemas.openxmlformats.org/drawingml/2006/table">
            <a:tbl>
              <a:tblPr/>
              <a:tblGrid>
                <a:gridCol w="5962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6815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Input Sources</a:t>
                      </a:r>
                      <a:endParaRPr lang="en-US" sz="2500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2446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bronze_loan_daily_YYYY_MM_DD.csv</a:t>
                      </a:r>
                      <a:endParaRPr lang="en-SG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bronze_clickstream_YYYY_MM_DD.csv</a:t>
                      </a:r>
                      <a:endParaRPr lang="en-SG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bronze_attributes_YYYY_MM_DD.csv</a:t>
                      </a:r>
                      <a:endParaRPr lang="en-SG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bronze_financials_YYYY_MM_DD.csv</a:t>
                      </a:r>
                      <a:endParaRPr lang="en-US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815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Key Processing Steps</a:t>
                      </a:r>
                      <a:endParaRPr lang="en-US" sz="2500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ts val="3079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Load monthly bronze loan and feature files. </a:t>
                      </a:r>
                    </a:p>
                    <a:p>
                      <a:pPr marL="457200" indent="-457200" algn="l">
                        <a:lnSpc>
                          <a:spcPts val="3079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Enforce column data types. </a:t>
                      </a:r>
                    </a:p>
                    <a:p>
                      <a:pPr marL="457200" indent="-457200" algn="l">
                        <a:lnSpc>
                          <a:spcPts val="3079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Remove duplicate feature records. </a:t>
                      </a:r>
                    </a:p>
                    <a:p>
                      <a:pPr marL="457200" indent="-457200" algn="l">
                        <a:lnSpc>
                          <a:spcPts val="3079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Clean invalid characters such as _ in numeric fields.</a:t>
                      </a:r>
                    </a:p>
                    <a:p>
                      <a:pPr marL="457200" indent="-457200" algn="l">
                        <a:lnSpc>
                          <a:spcPts val="3079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Convert </a:t>
                      </a: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snapshot_date</a:t>
                      </a: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 into date format. </a:t>
                      </a:r>
                    </a:p>
                    <a:p>
                      <a:pPr marL="457200" indent="-457200" algn="l">
                        <a:lnSpc>
                          <a:spcPts val="3079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Create loan repayment </a:t>
                      </a:r>
                      <a:r>
                        <a:rPr lang="en-SG" sz="1800" b="1" kern="1200" dirty="0">
                          <a:solidFill>
                            <a:srgbClr val="7030A0"/>
                          </a:solidFill>
                          <a:latin typeface="HK Grotesk"/>
                          <a:ea typeface="+mn-ea"/>
                          <a:cs typeface="+mn-cs"/>
                        </a:rPr>
                        <a:t>features*</a:t>
                      </a:r>
                      <a:r>
                        <a:rPr lang="en-SG" sz="1800" kern="1200" dirty="0">
                          <a:solidFill>
                            <a:srgbClr val="7030A0"/>
                          </a:solidFill>
                          <a:latin typeface="HK Grotesk"/>
                          <a:ea typeface="+mn-ea"/>
                          <a:cs typeface="+mn-cs"/>
                        </a:rPr>
                        <a:t> </a:t>
                      </a: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such as: </a:t>
                      </a:r>
                      <a:r>
                        <a:rPr lang="en-SG" sz="1800" kern="1200" dirty="0" err="1">
                          <a:solidFill>
                            <a:schemeClr val="accent4"/>
                          </a:solidFill>
                          <a:latin typeface="HK Grotesk"/>
                          <a:ea typeface="+mn-ea"/>
                          <a:cs typeface="+mn-cs"/>
                        </a:rPr>
                        <a:t>dpd</a:t>
                      </a:r>
                      <a:r>
                        <a:rPr lang="en-SG" sz="1800" kern="1200" dirty="0">
                          <a:solidFill>
                            <a:schemeClr val="accent4"/>
                          </a:solidFill>
                          <a:latin typeface="HK Grotesk"/>
                          <a:ea typeface="+mn-ea"/>
                          <a:cs typeface="+mn-cs"/>
                        </a:rPr>
                        <a:t>, mob </a:t>
                      </a: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installments_missed</a:t>
                      </a: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, </a:t>
                      </a: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first_missed_date</a:t>
                      </a:r>
                      <a:endParaRPr lang="en-US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10ADDEF-1BBB-0BC7-DCAE-ECC72951B374}"/>
              </a:ext>
            </a:extLst>
          </p:cNvPr>
          <p:cNvSpPr txBox="1"/>
          <p:nvPr/>
        </p:nvSpPr>
        <p:spPr>
          <a:xfrm>
            <a:off x="815492" y="1220569"/>
            <a:ext cx="1472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The silver layer reads bronze monthly snapshots, enforces schema, removes duplicates, cleans invalid numeric values, converts date fields and derives repayment indicators such as mob and </a:t>
            </a:r>
            <a:r>
              <a:rPr lang="en-SG" dirty="0" err="1"/>
              <a:t>dpd</a:t>
            </a:r>
            <a:r>
              <a:rPr lang="en-SG" dirty="0"/>
              <a:t>. </a:t>
            </a:r>
          </a:p>
          <a:p>
            <a:endParaRPr lang="en-SG" dirty="0"/>
          </a:p>
          <a:p>
            <a:r>
              <a:rPr lang="en-SG" dirty="0"/>
              <a:t>The cleaned outputs are stored as Parquet files and used as the foundation for gold-level feature and label generation.</a:t>
            </a:r>
            <a:endParaRPr lang="en-US" dirty="0"/>
          </a:p>
        </p:txBody>
      </p:sp>
      <p:graphicFrame>
        <p:nvGraphicFramePr>
          <p:cNvPr id="11" name="Table 8">
            <a:extLst>
              <a:ext uri="{FF2B5EF4-FFF2-40B4-BE49-F238E27FC236}">
                <a16:creationId xmlns:a16="http://schemas.microsoft.com/office/drawing/2014/main" id="{94343F54-E651-EE93-1C8B-F3A248CBA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428650"/>
              </p:ext>
            </p:extLst>
          </p:nvPr>
        </p:nvGraphicFramePr>
        <p:xfrm>
          <a:off x="10403473" y="5524500"/>
          <a:ext cx="7658678" cy="2319261"/>
        </p:xfrm>
        <a:graphic>
          <a:graphicData uri="http://schemas.openxmlformats.org/drawingml/2006/table">
            <a:tbl>
              <a:tblPr/>
              <a:tblGrid>
                <a:gridCol w="7658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6815"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Design Rationale</a:t>
                      </a:r>
                      <a:endParaRPr lang="en-US" sz="2500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2446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Improves data quality before feature engineering. </a:t>
                      </a:r>
                    </a:p>
                    <a:p>
                      <a:pPr marL="342900" indent="-342900" algn="l" defTabSz="914400" rtl="0" eaLnBrk="1" latinLnBrk="0" hangingPunct="1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Standardises schema for downstream joins. </a:t>
                      </a:r>
                    </a:p>
                    <a:p>
                      <a:pPr marL="342900" indent="-342900" algn="l" defTabSz="914400" rtl="0" eaLnBrk="1" latinLnBrk="0" hangingPunct="1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Converts raw CSV data into Parquet for scalable storage and analytics.</a:t>
                      </a:r>
                    </a:p>
                    <a:p>
                      <a:pPr marL="342900" indent="-342900" algn="l" defTabSz="914400" rtl="0" eaLnBrk="1" latinLnBrk="0" hangingPunct="1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Creates reliable intermediate tables for gold feature and label stores.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D6D624F-C2DC-7FFD-3ECE-891A5B624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208343"/>
              </p:ext>
            </p:extLst>
          </p:nvPr>
        </p:nvGraphicFramePr>
        <p:xfrm>
          <a:off x="10403472" y="3162300"/>
          <a:ext cx="7069035" cy="2319261"/>
        </p:xfrm>
        <a:graphic>
          <a:graphicData uri="http://schemas.openxmlformats.org/drawingml/2006/table">
            <a:tbl>
              <a:tblPr/>
              <a:tblGrid>
                <a:gridCol w="7069035">
                  <a:extLst>
                    <a:ext uri="{9D8B030D-6E8A-4147-A177-3AD203B41FA5}">
                      <a16:colId xmlns:a16="http://schemas.microsoft.com/office/drawing/2014/main" val="4259951762"/>
                    </a:ext>
                  </a:extLst>
                </a:gridCol>
              </a:tblGrid>
              <a:tr h="666815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Output Tables</a:t>
                      </a:r>
                      <a:endParaRPr lang="en-US" sz="2500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780101"/>
                  </a:ext>
                </a:extLst>
              </a:tr>
              <a:tr h="1652446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silver_loan_daily_YYYY_MM_DD.parquet</a:t>
                      </a:r>
                      <a:endParaRPr lang="en-SG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silver_clickstream_YYYY_MM_DD.parquet</a:t>
                      </a:r>
                      <a:endParaRPr lang="en-SG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silver_attributes_YYYY_MM_DD.parquet</a:t>
                      </a:r>
                      <a:endParaRPr lang="en-SG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silver_financials_YYYY_MM_DD.parquet</a:t>
                      </a:r>
                      <a:endParaRPr lang="en-US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80516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49DA782-4729-E273-C5E5-47591F3BB9B1}"/>
              </a:ext>
            </a:extLst>
          </p:cNvPr>
          <p:cNvSpPr txBox="1"/>
          <p:nvPr/>
        </p:nvSpPr>
        <p:spPr>
          <a:xfrm>
            <a:off x="13764551" y="9422368"/>
            <a:ext cx="4366901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SG" b="1" i="1" dirty="0">
                <a:solidFill>
                  <a:srgbClr val="7030A0"/>
                </a:solidFill>
                <a:latin typeface="HK Grotesk"/>
              </a:rPr>
              <a:t>features* </a:t>
            </a:r>
            <a:r>
              <a:rPr lang="en-SG" i="1" dirty="0">
                <a:solidFill>
                  <a:srgbClr val="414042"/>
                </a:solidFill>
                <a:latin typeface="HK Grotesk"/>
              </a:rPr>
              <a:t>are further elaborated in slide 7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817350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AF8ED-A1F1-AB75-3FFD-0ECE28823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114968B5-0DDB-11E4-9E55-2B310D237018}"/>
              </a:ext>
            </a:extLst>
          </p:cNvPr>
          <p:cNvSpPr txBox="1"/>
          <p:nvPr/>
        </p:nvSpPr>
        <p:spPr>
          <a:xfrm>
            <a:off x="838199" y="495300"/>
            <a:ext cx="17223951" cy="817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00"/>
              </a:lnSpc>
            </a:pPr>
            <a:r>
              <a:rPr lang="en-US" sz="5000" b="1" dirty="0">
                <a:solidFill>
                  <a:srgbClr val="222A9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Gold Layer Implementation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FD3447A5-C92A-45B1-1E56-FA8253D76EEC}"/>
              </a:ext>
            </a:extLst>
          </p:cNvPr>
          <p:cNvSpPr/>
          <p:nvPr/>
        </p:nvSpPr>
        <p:spPr>
          <a:xfrm>
            <a:off x="815492" y="3460448"/>
            <a:ext cx="1099941" cy="1099941"/>
          </a:xfrm>
          <a:custGeom>
            <a:avLst/>
            <a:gdLst/>
            <a:ahLst/>
            <a:cxnLst/>
            <a:rect l="l" t="t" r="r" b="b"/>
            <a:pathLst>
              <a:path w="1099941" h="1099941">
                <a:moveTo>
                  <a:pt x="0" y="0"/>
                </a:moveTo>
                <a:lnTo>
                  <a:pt x="1099941" y="0"/>
                </a:lnTo>
                <a:lnTo>
                  <a:pt x="1099941" y="1099941"/>
                </a:lnTo>
                <a:lnTo>
                  <a:pt x="0" y="1099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38984E99-F37F-4140-6BEC-C14D0F0B6CCA}"/>
              </a:ext>
            </a:extLst>
          </p:cNvPr>
          <p:cNvSpPr/>
          <p:nvPr/>
        </p:nvSpPr>
        <p:spPr>
          <a:xfrm>
            <a:off x="832491" y="5796159"/>
            <a:ext cx="1065943" cy="1099941"/>
          </a:xfrm>
          <a:custGeom>
            <a:avLst/>
            <a:gdLst/>
            <a:ahLst/>
            <a:cxnLst/>
            <a:rect l="l" t="t" r="r" b="b"/>
            <a:pathLst>
              <a:path w="1065943" h="1099941">
                <a:moveTo>
                  <a:pt x="0" y="0"/>
                </a:moveTo>
                <a:lnTo>
                  <a:pt x="1065943" y="0"/>
                </a:lnTo>
                <a:lnTo>
                  <a:pt x="1065943" y="1099941"/>
                </a:lnTo>
                <a:lnTo>
                  <a:pt x="0" y="1099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2073BB30-44EF-CE60-9A69-886500A752AA}"/>
              </a:ext>
            </a:extLst>
          </p:cNvPr>
          <p:cNvSpPr/>
          <p:nvPr/>
        </p:nvSpPr>
        <p:spPr>
          <a:xfrm>
            <a:off x="8839200" y="5822647"/>
            <a:ext cx="1338424" cy="1099941"/>
          </a:xfrm>
          <a:custGeom>
            <a:avLst/>
            <a:gdLst/>
            <a:ahLst/>
            <a:cxnLst/>
            <a:rect l="l" t="t" r="r" b="b"/>
            <a:pathLst>
              <a:path w="1338424" h="1099941">
                <a:moveTo>
                  <a:pt x="0" y="0"/>
                </a:moveTo>
                <a:lnTo>
                  <a:pt x="1338424" y="0"/>
                </a:lnTo>
                <a:lnTo>
                  <a:pt x="1338424" y="1099941"/>
                </a:lnTo>
                <a:lnTo>
                  <a:pt x="0" y="1099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6E0279DD-3E15-878C-8FDF-A941DEDC4C28}"/>
              </a:ext>
            </a:extLst>
          </p:cNvPr>
          <p:cNvSpPr/>
          <p:nvPr/>
        </p:nvSpPr>
        <p:spPr>
          <a:xfrm>
            <a:off x="8839200" y="3460447"/>
            <a:ext cx="1075942" cy="1099941"/>
          </a:xfrm>
          <a:custGeom>
            <a:avLst/>
            <a:gdLst/>
            <a:ahLst/>
            <a:cxnLst/>
            <a:rect l="l" t="t" r="r" b="b"/>
            <a:pathLst>
              <a:path w="1075942" h="1099941">
                <a:moveTo>
                  <a:pt x="0" y="0"/>
                </a:moveTo>
                <a:lnTo>
                  <a:pt x="1075942" y="0"/>
                </a:lnTo>
                <a:lnTo>
                  <a:pt x="1075942" y="1099941"/>
                </a:lnTo>
                <a:lnTo>
                  <a:pt x="0" y="1099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2237A0BA-B5D5-6CDE-40D6-A0AF6854E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959285"/>
              </p:ext>
            </p:extLst>
          </p:nvPr>
        </p:nvGraphicFramePr>
        <p:xfrm>
          <a:off x="2647930" y="3162300"/>
          <a:ext cx="5962670" cy="6499468"/>
        </p:xfrm>
        <a:graphic>
          <a:graphicData uri="http://schemas.openxmlformats.org/drawingml/2006/table">
            <a:tbl>
              <a:tblPr/>
              <a:tblGrid>
                <a:gridCol w="5962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6815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Input Sources</a:t>
                      </a:r>
                      <a:endParaRPr lang="en-US" sz="2500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2446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silver_loan_daily_YYYY_MM_DD.parquet</a:t>
                      </a:r>
                      <a:endParaRPr lang="en-SG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silver_clickstream_YYYY_MM_DD.parquet</a:t>
                      </a:r>
                      <a:endParaRPr lang="en-SG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silver_attributes_YYYY_MM_DD.parquet</a:t>
                      </a:r>
                      <a:endParaRPr lang="en-SG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silver_financials_YYYY_MM_DD.parquet</a:t>
                      </a:r>
                      <a:endParaRPr lang="en-US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815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Key Processing Steps</a:t>
                      </a:r>
                      <a:endParaRPr lang="en-US" sz="2500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ts val="3079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Load cleaned silver loan and feature tables. </a:t>
                      </a:r>
                    </a:p>
                    <a:p>
                      <a:pPr marL="457200" indent="-457200" algn="l">
                        <a:lnSpc>
                          <a:spcPts val="3079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Generate default labels from loan repayment behaviour. </a:t>
                      </a:r>
                    </a:p>
                    <a:p>
                      <a:pPr marL="457200" indent="-457200" algn="l">
                        <a:lnSpc>
                          <a:spcPts val="3079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Filter loans at mob = 6. </a:t>
                      </a:r>
                    </a:p>
                    <a:p>
                      <a:pPr marL="457200" indent="-457200" algn="l">
                        <a:lnSpc>
                          <a:spcPts val="3079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Assign default label using </a:t>
                      </a: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dpd</a:t>
                      </a: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 &gt;= 30. </a:t>
                      </a:r>
                    </a:p>
                    <a:p>
                      <a:pPr marL="457200" indent="-457200" algn="l">
                        <a:lnSpc>
                          <a:spcPts val="3079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Join attributes, financials, and clickstream features by </a:t>
                      </a: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Customer_ID</a:t>
                      </a: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 and </a:t>
                      </a: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snapshot_date</a:t>
                      </a: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ts val="3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Create engineered </a:t>
                      </a:r>
                      <a:r>
                        <a:rPr lang="en-SG" sz="1800" b="1" kern="1200" dirty="0">
                          <a:solidFill>
                            <a:schemeClr val="accent4"/>
                          </a:solidFill>
                          <a:latin typeface="HK Grotesk"/>
                          <a:ea typeface="+mn-ea"/>
                          <a:cs typeface="+mn-cs"/>
                        </a:rPr>
                        <a:t>features*</a:t>
                      </a: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: </a:t>
                      </a:r>
                      <a:r>
                        <a:rPr lang="en-SG" sz="1800" kern="1200" dirty="0" err="1">
                          <a:solidFill>
                            <a:schemeClr val="accent4"/>
                          </a:solidFill>
                          <a:latin typeface="HK Grotesk"/>
                          <a:ea typeface="+mn-ea"/>
                          <a:cs typeface="+mn-cs"/>
                        </a:rPr>
                        <a:t>debt_to_income_ratio</a:t>
                      </a:r>
                      <a:r>
                        <a:rPr lang="en-SG" sz="1800" kern="1200" dirty="0">
                          <a:solidFill>
                            <a:schemeClr val="accent4"/>
                          </a:solidFill>
                          <a:latin typeface="HK Grotesk"/>
                          <a:ea typeface="+mn-ea"/>
                          <a:cs typeface="+mn-cs"/>
                        </a:rPr>
                        <a:t>, </a:t>
                      </a:r>
                      <a:r>
                        <a:rPr lang="en-SG" sz="1800" kern="1200" dirty="0" err="1">
                          <a:solidFill>
                            <a:schemeClr val="accent4"/>
                          </a:solidFill>
                          <a:latin typeface="HK Grotesk"/>
                          <a:ea typeface="+mn-ea"/>
                          <a:cs typeface="+mn-cs"/>
                        </a:rPr>
                        <a:t>emi_to_salary_ratio</a:t>
                      </a:r>
                      <a:r>
                        <a:rPr lang="en-SG" sz="1800" kern="1200" dirty="0">
                          <a:solidFill>
                            <a:schemeClr val="accent4"/>
                          </a:solidFill>
                          <a:latin typeface="HK Grotesk"/>
                          <a:ea typeface="+mn-ea"/>
                          <a:cs typeface="+mn-cs"/>
                        </a:rPr>
                        <a:t>, </a:t>
                      </a:r>
                      <a:r>
                        <a:rPr lang="en-SG" sz="1800" kern="1200" dirty="0" err="1">
                          <a:solidFill>
                            <a:schemeClr val="accent4"/>
                          </a:solidFill>
                          <a:latin typeface="HK Grotesk"/>
                          <a:ea typeface="+mn-ea"/>
                          <a:cs typeface="+mn-cs"/>
                        </a:rPr>
                        <a:t>high_credit_utilization_flag</a:t>
                      </a:r>
                      <a:r>
                        <a:rPr lang="en-SG" sz="1800" kern="1200" dirty="0">
                          <a:solidFill>
                            <a:schemeClr val="accent4"/>
                          </a:solidFill>
                          <a:latin typeface="HK Grotesk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C81C2B5-D6B5-DE03-9AB8-62702EFA29C4}"/>
              </a:ext>
            </a:extLst>
          </p:cNvPr>
          <p:cNvSpPr txBox="1"/>
          <p:nvPr/>
        </p:nvSpPr>
        <p:spPr>
          <a:xfrm>
            <a:off x="815492" y="1220569"/>
            <a:ext cx="1472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The gold layer converts cleaned silver tables into final ML-ready outputs. It creates a default label based on 30dpd_6mob, joins customer feature datasets, engineers financial risk indicators, and stores the final feature and label stores as Parquet files for future model training.</a:t>
            </a:r>
          </a:p>
          <a:p>
            <a:endParaRPr lang="en-SG" dirty="0"/>
          </a:p>
          <a:p>
            <a:r>
              <a:rPr lang="en-SG" dirty="0"/>
              <a:t>Label store and feature store are stored separately to support reusable training pipelines.</a:t>
            </a:r>
            <a:endParaRPr lang="en-US" dirty="0"/>
          </a:p>
        </p:txBody>
      </p:sp>
      <p:graphicFrame>
        <p:nvGraphicFramePr>
          <p:cNvPr id="11" name="Table 8">
            <a:extLst>
              <a:ext uri="{FF2B5EF4-FFF2-40B4-BE49-F238E27FC236}">
                <a16:creationId xmlns:a16="http://schemas.microsoft.com/office/drawing/2014/main" id="{BDE2D849-F6AA-848A-0329-8A71138575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864482"/>
              </p:ext>
            </p:extLst>
          </p:nvPr>
        </p:nvGraphicFramePr>
        <p:xfrm>
          <a:off x="10403473" y="5524500"/>
          <a:ext cx="7658678" cy="2319261"/>
        </p:xfrm>
        <a:graphic>
          <a:graphicData uri="http://schemas.openxmlformats.org/drawingml/2006/table">
            <a:tbl>
              <a:tblPr/>
              <a:tblGrid>
                <a:gridCol w="7658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6815"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Design Rationale</a:t>
                      </a:r>
                      <a:endParaRPr lang="en-US" sz="2500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2446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The gold layer separates labels and features into reusable ML-ready stores.</a:t>
                      </a:r>
                    </a:p>
                    <a:p>
                      <a:pPr marL="342900" indent="-342900" algn="l" defTabSz="914400" rtl="0" eaLnBrk="1" latinLnBrk="0" hangingPunct="1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This supports future model training while keeping feature engineering and label generation traceable within the Medallion Architecture.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4B76069-8BD6-B8A3-4DFD-7BAECA4AA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465749"/>
              </p:ext>
            </p:extLst>
          </p:nvPr>
        </p:nvGraphicFramePr>
        <p:xfrm>
          <a:off x="10403472" y="3162300"/>
          <a:ext cx="7069035" cy="2319261"/>
        </p:xfrm>
        <a:graphic>
          <a:graphicData uri="http://schemas.openxmlformats.org/drawingml/2006/table">
            <a:tbl>
              <a:tblPr/>
              <a:tblGrid>
                <a:gridCol w="7069035">
                  <a:extLst>
                    <a:ext uri="{9D8B030D-6E8A-4147-A177-3AD203B41FA5}">
                      <a16:colId xmlns:a16="http://schemas.microsoft.com/office/drawing/2014/main" val="4259951762"/>
                    </a:ext>
                  </a:extLst>
                </a:gridCol>
              </a:tblGrid>
              <a:tr h="666815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Output Tables</a:t>
                      </a:r>
                      <a:endParaRPr lang="en-US" sz="2500" dirty="0"/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780101"/>
                  </a:ext>
                </a:extLst>
              </a:tr>
              <a:tr h="1652446">
                <a:tc>
                  <a:txBody>
                    <a:bodyPr/>
                    <a:lstStyle/>
                    <a:p>
                      <a:pPr marL="342900" indent="-342900" algn="l" defTabSz="914400" rtl="0" eaLnBrk="1" latinLnBrk="0" hangingPunct="1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gold_label_store_YYYY_MM_DD.parquet</a:t>
                      </a:r>
                      <a:endParaRPr lang="en-SG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  <a:p>
                      <a:pPr marL="342900" indent="-342900" algn="l" defTabSz="914400" rtl="0" eaLnBrk="1" latinLnBrk="0" hangingPunct="1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8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gold_feature_store_YYYY_MM_DD.parquet</a:t>
                      </a:r>
                      <a:endParaRPr lang="en-SG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  <a:p>
                      <a:pPr marL="342900" indent="-342900" algn="l" defTabSz="914400" rtl="0" eaLnBrk="1" latinLnBrk="0" hangingPunct="1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endParaRPr lang="en-SG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  <a:p>
                      <a:pPr marL="342900" indent="-342900" algn="l" defTabSz="914400" rtl="0" eaLnBrk="1" latinLnBrk="0" hangingPunct="1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endParaRPr lang="en-US" sz="18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80516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1C72A3C-5D64-CCC6-002C-648C7DDF529D}"/>
              </a:ext>
            </a:extLst>
          </p:cNvPr>
          <p:cNvSpPr txBox="1"/>
          <p:nvPr/>
        </p:nvSpPr>
        <p:spPr>
          <a:xfrm>
            <a:off x="13764551" y="9422368"/>
            <a:ext cx="4366901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SG" b="1" i="1" dirty="0">
                <a:solidFill>
                  <a:srgbClr val="7030A0"/>
                </a:solidFill>
                <a:latin typeface="HK Grotesk"/>
              </a:rPr>
              <a:t>features* </a:t>
            </a:r>
            <a:r>
              <a:rPr lang="en-SG" i="1" dirty="0">
                <a:solidFill>
                  <a:srgbClr val="414042"/>
                </a:solidFill>
                <a:latin typeface="HK Grotesk"/>
              </a:rPr>
              <a:t>are further elaborated in slide 7</a:t>
            </a:r>
            <a:endParaRPr lang="en-US" i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302C4C-7BA0-A09F-BA05-AA32C64113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9200" y="7947483"/>
            <a:ext cx="2675807" cy="211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393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4633F-FA4F-9705-A269-8899CA4D5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2C44384A-22B2-805C-6F65-4105A8AAC379}"/>
              </a:ext>
            </a:extLst>
          </p:cNvPr>
          <p:cNvSpPr txBox="1"/>
          <p:nvPr/>
        </p:nvSpPr>
        <p:spPr>
          <a:xfrm>
            <a:off x="838199" y="495300"/>
            <a:ext cx="17223951" cy="817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00"/>
              </a:lnSpc>
            </a:pPr>
            <a:r>
              <a:rPr lang="en-US" sz="5000" b="1" dirty="0">
                <a:solidFill>
                  <a:srgbClr val="222A9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Feature Engineering &amp; Label Design</a:t>
            </a:r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E5992F4B-9D8C-5388-6741-B9516F3A9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685603"/>
              </p:ext>
            </p:extLst>
          </p:nvPr>
        </p:nvGraphicFramePr>
        <p:xfrm>
          <a:off x="838199" y="1714501"/>
          <a:ext cx="16614352" cy="8138998"/>
        </p:xfrm>
        <a:graphic>
          <a:graphicData uri="http://schemas.openxmlformats.org/drawingml/2006/table">
            <a:tbl>
              <a:tblPr/>
              <a:tblGrid>
                <a:gridCol w="1622488">
                  <a:extLst>
                    <a:ext uri="{9D8B030D-6E8A-4147-A177-3AD203B41FA5}">
                      <a16:colId xmlns:a16="http://schemas.microsoft.com/office/drawing/2014/main" val="1009508339"/>
                    </a:ext>
                  </a:extLst>
                </a:gridCol>
                <a:gridCol w="4368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7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6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1027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 kern="1200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Layer</a:t>
                      </a:r>
                      <a:endParaRPr lang="en-US" sz="2600" b="1" kern="1200" dirty="0">
                        <a:solidFill>
                          <a:srgbClr val="222A9B"/>
                        </a:solidFill>
                        <a:latin typeface="HK Grotesk Bold"/>
                      </a:endParaRP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Feature/ Label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Formula/ Logic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Business Meaning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7089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Silver</a:t>
                      </a: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  <a:sym typeface="HK Grotesk"/>
                        </a:rPr>
                        <a:t>dpd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079"/>
                        </a:lnSpc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Days between snapshot date and first missed payment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079"/>
                        </a:lnSpc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Measures delinquency severity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0981">
                <a:tc vMerge="1"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mob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079"/>
                        </a:lnSpc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Instalment number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079"/>
                        </a:lnSpc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Loan repayment progression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104158"/>
                  </a:ext>
                </a:extLst>
              </a:tr>
              <a:tr h="113708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installments_missed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079"/>
                        </a:lnSpc>
                        <a:defRPr/>
                      </a:pPr>
                      <a:r>
                        <a:rPr lang="en-US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Ceiling of </a:t>
                      </a:r>
                      <a:r>
                        <a:rPr lang="en-US" sz="2199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Overdue_amt</a:t>
                      </a:r>
                      <a:r>
                        <a:rPr lang="en-US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/ </a:t>
                      </a:r>
                      <a:r>
                        <a:rPr lang="en-US" sz="2199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due_amnt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079"/>
                        </a:lnSpc>
                        <a:defRPr/>
                      </a:pPr>
                      <a:r>
                        <a:rPr lang="en-US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Rounded up number of missed installment</a:t>
                      </a: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513905"/>
                  </a:ext>
                </a:extLst>
              </a:tr>
              <a:tr h="113708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first_missed_date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079"/>
                        </a:lnSpc>
                        <a:defRPr/>
                      </a:pPr>
                      <a:r>
                        <a:rPr lang="en-US" sz="2199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snapshot_date</a:t>
                      </a:r>
                      <a:r>
                        <a:rPr lang="en-US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 – </a:t>
                      </a:r>
                      <a:r>
                        <a:rPr lang="en-US" sz="2199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installments_missed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079"/>
                        </a:lnSpc>
                        <a:defRPr/>
                      </a:pPr>
                      <a:r>
                        <a:rPr lang="en-US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Capture the 1</a:t>
                      </a:r>
                      <a:r>
                        <a:rPr lang="en-US" sz="2199" kern="1200" baseline="300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st</a:t>
                      </a:r>
                      <a:r>
                        <a:rPr lang="en-US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 time period where the payment was due</a:t>
                      </a: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218295"/>
                  </a:ext>
                </a:extLst>
              </a:tr>
              <a:tr h="770981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0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Gold</a:t>
                      </a: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label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079"/>
                        </a:lnSpc>
                        <a:defRPr/>
                      </a:pPr>
                      <a:r>
                        <a:rPr lang="en-SG" sz="2199" b="1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dpd</a:t>
                      </a:r>
                      <a:r>
                        <a:rPr lang="en-SG" sz="2199" b="1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 &gt;= 30</a:t>
                      </a: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 at </a:t>
                      </a:r>
                      <a:r>
                        <a:rPr lang="en-SG" sz="2199" b="1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mob = 6</a:t>
                      </a:r>
                      <a:endParaRPr lang="en-US" sz="2199" b="1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079"/>
                        </a:lnSpc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Binary loan default prediction target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248692"/>
                  </a:ext>
                </a:extLst>
              </a:tr>
              <a:tr h="770981">
                <a:tc vMerge="1"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SG" sz="2199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debt_to_income_ratio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079"/>
                        </a:lnSpc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Outstanding Debt / Annual Income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079"/>
                        </a:lnSpc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Debt burden risk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217390"/>
                  </a:ext>
                </a:extLst>
              </a:tr>
              <a:tr h="770981">
                <a:tc vMerge="1"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SG" sz="2199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emi_to_salary_ratio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079"/>
                        </a:lnSpc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EMI / Monthly Salary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079"/>
                        </a:lnSpc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Repayment affordability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5856565"/>
                  </a:ext>
                </a:extLst>
              </a:tr>
              <a:tr h="770981">
                <a:tc vMerge="1"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SG" sz="2199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high_credit_utilization_flag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079"/>
                        </a:lnSpc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Utilization &gt; 50%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079"/>
                        </a:lnSpc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Indicator of high credit usage risk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90500" marR="190500" marT="190500" marB="190500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126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72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03707" y="3825885"/>
            <a:ext cx="5156633" cy="4097179"/>
          </a:xfrm>
          <a:custGeom>
            <a:avLst/>
            <a:gdLst/>
            <a:ahLst/>
            <a:cxnLst/>
            <a:rect l="l" t="t" r="r" b="b"/>
            <a:pathLst>
              <a:path w="5156633" h="4097179">
                <a:moveTo>
                  <a:pt x="0" y="0"/>
                </a:moveTo>
                <a:lnTo>
                  <a:pt x="5156633" y="0"/>
                </a:lnTo>
                <a:lnTo>
                  <a:pt x="5156633" y="4097179"/>
                </a:lnTo>
                <a:lnTo>
                  <a:pt x="0" y="40971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030200" y="5351122"/>
            <a:ext cx="1703707" cy="2006507"/>
          </a:xfrm>
          <a:custGeom>
            <a:avLst/>
            <a:gdLst/>
            <a:ahLst/>
            <a:cxnLst/>
            <a:rect l="l" t="t" r="r" b="b"/>
            <a:pathLst>
              <a:path w="1703707" h="2006507">
                <a:moveTo>
                  <a:pt x="0" y="0"/>
                </a:moveTo>
                <a:lnTo>
                  <a:pt x="1703707" y="0"/>
                </a:lnTo>
                <a:lnTo>
                  <a:pt x="1703707" y="2006507"/>
                </a:lnTo>
                <a:lnTo>
                  <a:pt x="0" y="2006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38199" y="495300"/>
            <a:ext cx="6286500" cy="1650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000" b="1" dirty="0">
                <a:solidFill>
                  <a:srgbClr val="222A9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 Quality &amp; Validation Checks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484849"/>
              </p:ext>
            </p:extLst>
          </p:nvPr>
        </p:nvGraphicFramePr>
        <p:xfrm>
          <a:off x="1028700" y="2324101"/>
          <a:ext cx="11544300" cy="6248400"/>
        </p:xfrm>
        <a:graphic>
          <a:graphicData uri="http://schemas.openxmlformats.org/drawingml/2006/table">
            <a:tbl>
              <a:tblPr/>
              <a:tblGrid>
                <a:gridCol w="2644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9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68354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Duplicate Checks</a:t>
                      </a:r>
                      <a:endParaRPr lang="en-US" sz="1100" dirty="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500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Duplicate records were removed from feature datasets using </a:t>
                      </a:r>
                      <a:r>
                        <a:rPr lang="en-SG" sz="15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dropDuplicates</a:t>
                      </a:r>
                      <a:r>
                        <a:rPr lang="en-SG" sz="15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()</a:t>
                      </a:r>
                      <a:r>
                        <a:rPr lang="en-SG" sz="1500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 before downstream joins and feature engineering.</a:t>
                      </a:r>
                    </a:p>
                    <a:p>
                      <a:endParaRPr lang="en-SG" sz="1500" kern="1200" dirty="0">
                        <a:solidFill>
                          <a:srgbClr val="414042"/>
                        </a:solidFill>
                        <a:latin typeface="HK Grotesk"/>
                      </a:endParaRPr>
                    </a:p>
                    <a:p>
                      <a:r>
                        <a:rPr lang="en-SG" sz="1500" b="1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Validation Logic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G" sz="1500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Checked duplicate </a:t>
                      </a:r>
                      <a:r>
                        <a:rPr lang="en-SG" sz="15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Customer_ID</a:t>
                      </a:r>
                      <a:r>
                        <a:rPr lang="en-SG" sz="1500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 and </a:t>
                      </a:r>
                      <a:r>
                        <a:rPr lang="en-SG" sz="15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snapshot_date</a:t>
                      </a:r>
                      <a:r>
                        <a:rPr lang="en-SG" sz="1500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 combinations.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G" sz="1500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Prevented duplicate customer feature records in the gold feature store. </a:t>
                      </a:r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71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1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99" b="1" kern="1200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Schema enforcement</a:t>
                      </a:r>
                      <a:endParaRPr lang="en-US" sz="1799" b="1" kern="1200" dirty="0">
                        <a:solidFill>
                          <a:srgbClr val="222A9B"/>
                        </a:solidFill>
                        <a:latin typeface="HK Grotesk Bold"/>
                      </a:endParaRPr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ts val="2379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SG" sz="15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Column data types were explicitly enforced using </a:t>
                      </a:r>
                      <a:r>
                        <a:rPr lang="en-SG" sz="15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PySpark</a:t>
                      </a:r>
                      <a:r>
                        <a:rPr lang="en-SG" sz="15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 casting to standardise loan and feature datasets.</a:t>
                      </a:r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929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519"/>
                        </a:lnSpc>
                        <a:defRPr/>
                      </a:pPr>
                      <a:r>
                        <a:rPr lang="en-SG" sz="1799" b="1" kern="1200" dirty="0">
                          <a:solidFill>
                            <a:srgbClr val="222A9B"/>
                          </a:solidFill>
                          <a:latin typeface="HK Grotesk Bold"/>
                        </a:rPr>
                        <a:t>Invalid Value Cleaning</a:t>
                      </a:r>
                      <a:endParaRPr lang="en-US" sz="1799" b="1" kern="1200" dirty="0">
                        <a:solidFill>
                          <a:srgbClr val="222A9B"/>
                        </a:solidFill>
                        <a:latin typeface="HK Grotesk Bold"/>
                      </a:endParaRPr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lnSpc>
                          <a:spcPts val="23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5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Removed _ characters from numeric financial columns. 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ts val="23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5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Converted cleaned values into numeric datatypes. 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ts val="23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15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Age values &lt; 0 or &gt; 100 were treated as invalid and replaced with NULL.</a:t>
                      </a:r>
                      <a:endParaRPr lang="en-US" sz="15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360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519"/>
                        </a:lnSpc>
                        <a:defRPr/>
                      </a:pPr>
                      <a:r>
                        <a:rPr lang="en-SG" sz="1799" b="1" kern="1200" dirty="0">
                          <a:solidFill>
                            <a:srgbClr val="222A9B"/>
                          </a:solidFill>
                          <a:latin typeface="HK Grotesk Bold"/>
                          <a:ea typeface="+mn-ea"/>
                          <a:cs typeface="+mn-cs"/>
                        </a:rPr>
                        <a:t>Derived Repayment Validation</a:t>
                      </a:r>
                      <a:endParaRPr lang="en-US" sz="1799" b="1" kern="1200" dirty="0">
                        <a:solidFill>
                          <a:srgbClr val="222A9B"/>
                        </a:solidFill>
                        <a:latin typeface="HK Grotesk Bold"/>
                        <a:ea typeface="+mn-ea"/>
                        <a:cs typeface="+mn-cs"/>
                      </a:endParaRPr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23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SG" sz="15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Repayment behaviour features were engineered and validated using loan overdue information.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ts val="23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5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mob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ts val="23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5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installments_missed</a:t>
                      </a:r>
                      <a:r>
                        <a:rPr lang="en-SG" sz="15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ts val="23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5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first_missed_date</a:t>
                      </a:r>
                      <a:r>
                        <a:rPr lang="en-SG" sz="1500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ts val="23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500" kern="1200" dirty="0" err="1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dpd</a:t>
                      </a:r>
                      <a:endParaRPr lang="en-US" sz="1500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0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Freeform 8"/>
          <p:cNvSpPr/>
          <p:nvPr/>
        </p:nvSpPr>
        <p:spPr>
          <a:xfrm>
            <a:off x="6168490" y="1320782"/>
            <a:ext cx="632360" cy="657852"/>
          </a:xfrm>
          <a:custGeom>
            <a:avLst/>
            <a:gdLst/>
            <a:ahLst/>
            <a:cxnLst/>
            <a:rect l="l" t="t" r="r" b="b"/>
            <a:pathLst>
              <a:path w="632360" h="657852">
                <a:moveTo>
                  <a:pt x="0" y="0"/>
                </a:moveTo>
                <a:lnTo>
                  <a:pt x="632360" y="0"/>
                </a:lnTo>
                <a:lnTo>
                  <a:pt x="632360" y="657852"/>
                </a:lnTo>
                <a:lnTo>
                  <a:pt x="0" y="6578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9129D-1D39-2B50-D580-1DB9C394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88B0301F-7FEF-704A-FA4A-EA36C81E3A46}"/>
              </a:ext>
            </a:extLst>
          </p:cNvPr>
          <p:cNvSpPr txBox="1"/>
          <p:nvPr/>
        </p:nvSpPr>
        <p:spPr>
          <a:xfrm>
            <a:off x="838199" y="495300"/>
            <a:ext cx="16230600" cy="817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00"/>
              </a:lnSpc>
            </a:pPr>
            <a:r>
              <a:rPr lang="en-US" sz="5000" b="1" dirty="0">
                <a:solidFill>
                  <a:srgbClr val="222A9B"/>
                </a:solidFill>
                <a:latin typeface="HK Grotesk Bold"/>
                <a:sym typeface="HK Grotesk Bold"/>
              </a:rPr>
              <a:t>ML </a:t>
            </a:r>
            <a:r>
              <a:rPr lang="en-US" sz="5000" b="1" dirty="0" err="1">
                <a:solidFill>
                  <a:srgbClr val="222A9B"/>
                </a:solidFill>
                <a:latin typeface="HK Grotesk Bold"/>
                <a:sym typeface="HK Grotesk Bold"/>
              </a:rPr>
              <a:t>Compataility</a:t>
            </a:r>
            <a:r>
              <a:rPr lang="en-US" sz="5000" b="1" dirty="0">
                <a:solidFill>
                  <a:srgbClr val="222A9B"/>
                </a:solidFill>
                <a:latin typeface="HK Grotesk Bold"/>
                <a:sym typeface="HK Grotesk Bold"/>
              </a:rPr>
              <a:t> and Leakage Control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7C21BB0-9092-D78E-61D3-381370E04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539365"/>
              </p:ext>
            </p:extLst>
          </p:nvPr>
        </p:nvGraphicFramePr>
        <p:xfrm>
          <a:off x="1057274" y="2400300"/>
          <a:ext cx="16697326" cy="6650607"/>
        </p:xfrm>
        <a:graphic>
          <a:graphicData uri="http://schemas.openxmlformats.org/drawingml/2006/table">
            <a:tbl>
              <a:tblPr/>
              <a:tblGrid>
                <a:gridCol w="8348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4651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 kern="1200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ML Compatibility</a:t>
                      </a:r>
                      <a:endParaRPr lang="en-US" sz="2600" b="1" kern="1200" dirty="0">
                        <a:solidFill>
                          <a:srgbClr val="222A9B"/>
                        </a:solidFill>
                        <a:latin typeface="HK Grotesk Bold"/>
                      </a:endParaRPr>
                    </a:p>
                  </a:txBody>
                  <a:tcPr marL="190500" marR="190500" marT="190500" marB="1905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SG" sz="2600" b="1" kern="1200" dirty="0">
                          <a:solidFill>
                            <a:srgbClr val="222A9B"/>
                          </a:solidFill>
                          <a:latin typeface="HK Grotesk Bold"/>
                        </a:rPr>
                        <a:t>Leakage Control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5956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Gold feature and label stores are structured for downstream model training. </a:t>
                      </a: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Features and labels are separated into reusable datasets.</a:t>
                      </a: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Parquet format improves scalability and analytical efficiency.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</a:endParaRPr>
                    </a:p>
                  </a:txBody>
                  <a:tcPr marL="190500" marR="190500" marT="190500" marB="1905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Labels are generated using repayment behaviour at </a:t>
                      </a:r>
                      <a:r>
                        <a:rPr lang="en-SG" sz="2199" b="1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mob = 6</a:t>
                      </a: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.</a:t>
                      </a: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Feature joins use historical customer information available at </a:t>
                      </a:r>
                      <a:r>
                        <a:rPr lang="en-SG" sz="2199" b="1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snapshot time</a:t>
                      </a: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. </a:t>
                      </a: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Raw future repayment outcomes are excluded from feature engineering.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</a:endParaRPr>
                    </a:p>
                  </a:txBody>
                  <a:tcPr marL="190500" marR="190500" marT="190500" marB="1905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Freeform 6">
            <a:extLst>
              <a:ext uri="{FF2B5EF4-FFF2-40B4-BE49-F238E27FC236}">
                <a16:creationId xmlns:a16="http://schemas.microsoft.com/office/drawing/2014/main" id="{4BCC5865-DB72-45E4-0180-8959400165BC}"/>
              </a:ext>
            </a:extLst>
          </p:cNvPr>
          <p:cNvSpPr/>
          <p:nvPr/>
        </p:nvSpPr>
        <p:spPr>
          <a:xfrm>
            <a:off x="4191000" y="2426907"/>
            <a:ext cx="961054" cy="1497393"/>
          </a:xfrm>
          <a:custGeom>
            <a:avLst/>
            <a:gdLst/>
            <a:ahLst/>
            <a:cxnLst/>
            <a:rect l="l" t="t" r="r" b="b"/>
            <a:pathLst>
              <a:path w="961054" h="1497393">
                <a:moveTo>
                  <a:pt x="0" y="0"/>
                </a:moveTo>
                <a:lnTo>
                  <a:pt x="961054" y="0"/>
                </a:lnTo>
                <a:lnTo>
                  <a:pt x="961054" y="1497393"/>
                </a:lnTo>
                <a:lnTo>
                  <a:pt x="0" y="1497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1A6389A-DBBB-4FF7-C5B1-FFBF5A8F86A4}"/>
              </a:ext>
            </a:extLst>
          </p:cNvPr>
          <p:cNvSpPr/>
          <p:nvPr/>
        </p:nvSpPr>
        <p:spPr>
          <a:xfrm>
            <a:off x="12420600" y="2195409"/>
            <a:ext cx="1181932" cy="1728891"/>
          </a:xfrm>
          <a:custGeom>
            <a:avLst/>
            <a:gdLst/>
            <a:ahLst/>
            <a:cxnLst/>
            <a:rect l="l" t="t" r="r" b="b"/>
            <a:pathLst>
              <a:path w="1181932" h="1728891">
                <a:moveTo>
                  <a:pt x="0" y="0"/>
                </a:moveTo>
                <a:lnTo>
                  <a:pt x="1181933" y="0"/>
                </a:lnTo>
                <a:lnTo>
                  <a:pt x="1181933" y="1728891"/>
                </a:lnTo>
                <a:lnTo>
                  <a:pt x="0" y="17288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04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D96B0-47A1-9D15-76A2-A7F37E7A0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4">
            <a:extLst>
              <a:ext uri="{FF2B5EF4-FFF2-40B4-BE49-F238E27FC236}">
                <a16:creationId xmlns:a16="http://schemas.microsoft.com/office/drawing/2014/main" id="{928716AA-6139-FE23-E931-D7916C9D7521}"/>
              </a:ext>
            </a:extLst>
          </p:cNvPr>
          <p:cNvSpPr txBox="1"/>
          <p:nvPr/>
        </p:nvSpPr>
        <p:spPr>
          <a:xfrm>
            <a:off x="838199" y="480314"/>
            <a:ext cx="16230600" cy="817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00"/>
              </a:lnSpc>
            </a:pPr>
            <a:r>
              <a:rPr lang="en-US" sz="5000" b="1" dirty="0">
                <a:solidFill>
                  <a:srgbClr val="222A9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Limitations and Improvements</a:t>
            </a:r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9EB6C32F-2F51-3FF8-4C17-0CD7C1A8F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252731"/>
              </p:ext>
            </p:extLst>
          </p:nvPr>
        </p:nvGraphicFramePr>
        <p:xfrm>
          <a:off x="838200" y="3760036"/>
          <a:ext cx="7924840" cy="3961564"/>
        </p:xfrm>
        <a:graphic>
          <a:graphicData uri="http://schemas.openxmlformats.org/drawingml/2006/table">
            <a:tbl>
              <a:tblPr/>
              <a:tblGrid>
                <a:gridCol w="7924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77432"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 dirty="0">
                          <a:solidFill>
                            <a:srgbClr val="222A9B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Current Limitations</a:t>
                      </a:r>
                      <a:endParaRPr lang="en-US" sz="1100" dirty="0"/>
                    </a:p>
                  </a:txBody>
                  <a:tcPr marL="171450" marR="171450" marT="171450" marB="1714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2163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Pipeline currently runs locally using </a:t>
                      </a: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local[*]</a:t>
                      </a: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 Spark mode.</a:t>
                      </a: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Batch processing only; no real-time streaming ingestion. Train, validation, test, and OOT data split are not yet implemented. </a:t>
                      </a: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Feature store metadata </a:t>
                      </a:r>
                      <a:r>
                        <a:rPr lang="en-SG" sz="2199" kern="1200" dirty="0" err="1">
                          <a:solidFill>
                            <a:srgbClr val="414042"/>
                          </a:solidFill>
                          <a:latin typeface="HK Grotesk"/>
                        </a:rPr>
                        <a:t>cataloging</a:t>
                      </a: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 is not implemented. </a:t>
                      </a: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No workflow orchestration tool such as Airflow is used yet.</a:t>
                      </a: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</a:rPr>
                        <a:t>No automated model monitoring or retraining pipeline.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</a:endParaRPr>
                    </a:p>
                  </a:txBody>
                  <a:tcPr marL="171450" marR="171450" marT="171450" marB="1714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6CADBFF-6EAB-C4E8-5958-9A7FA64FB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601300"/>
              </p:ext>
            </p:extLst>
          </p:nvPr>
        </p:nvGraphicFramePr>
        <p:xfrm>
          <a:off x="9524962" y="3760036"/>
          <a:ext cx="7924840" cy="4355264"/>
        </p:xfrm>
        <a:graphic>
          <a:graphicData uri="http://schemas.openxmlformats.org/drawingml/2006/table">
            <a:tbl>
              <a:tblPr/>
              <a:tblGrid>
                <a:gridCol w="7924840">
                  <a:extLst>
                    <a:ext uri="{9D8B030D-6E8A-4147-A177-3AD203B41FA5}">
                      <a16:colId xmlns:a16="http://schemas.microsoft.com/office/drawing/2014/main" val="1907862949"/>
                    </a:ext>
                  </a:extLst>
                </a:gridCol>
              </a:tblGrid>
              <a:tr h="877432">
                <a:tc>
                  <a:txBody>
                    <a:bodyPr/>
                    <a:lstStyle/>
                    <a:p>
                      <a:r>
                        <a:rPr lang="en-SG" sz="2600" b="1" kern="1200" dirty="0">
                          <a:solidFill>
                            <a:srgbClr val="222A9B"/>
                          </a:solidFill>
                          <a:latin typeface="HK Grotesk Bold"/>
                        </a:rPr>
                        <a:t>Future Improvements</a:t>
                      </a:r>
                    </a:p>
                  </a:txBody>
                  <a:tcPr marL="171450" marR="171450" marT="171450" marB="1714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452227"/>
                  </a:ext>
                </a:extLst>
              </a:tr>
              <a:tr h="1583193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Deploy pipeline on distributed cloud infrastructure.</a:t>
                      </a: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Integrate Airflow for automated scheduling and orchestration. </a:t>
                      </a: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Add train, validation, test, and OOT dataset generation.</a:t>
                      </a: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Introduce online feature store for real-time inference. </a:t>
                      </a: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Add model monitoring and data drift detection. </a:t>
                      </a:r>
                    </a:p>
                    <a:p>
                      <a:pPr marL="342900" indent="-3429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SG" sz="2199" kern="1200" dirty="0">
                          <a:solidFill>
                            <a:srgbClr val="414042"/>
                          </a:solidFill>
                          <a:latin typeface="HK Grotesk"/>
                          <a:ea typeface="+mn-ea"/>
                          <a:cs typeface="+mn-cs"/>
                        </a:rPr>
                        <a:t>Implement CI/CD pipeline and container registry deployment.</a:t>
                      </a:r>
                      <a:endParaRPr lang="en-US" sz="2199" kern="1200" dirty="0">
                        <a:solidFill>
                          <a:srgbClr val="414042"/>
                        </a:solidFill>
                        <a:latin typeface="HK Grotesk"/>
                        <a:ea typeface="+mn-ea"/>
                        <a:cs typeface="+mn-cs"/>
                      </a:endParaRPr>
                    </a:p>
                  </a:txBody>
                  <a:tcPr marL="171450" marR="171450" marT="171450" marB="1714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884368"/>
                  </a:ext>
                </a:extLst>
              </a:tr>
            </a:tbl>
          </a:graphicData>
        </a:graphic>
      </p:graphicFrame>
      <p:sp>
        <p:nvSpPr>
          <p:cNvPr id="10" name="Freeform 12">
            <a:extLst>
              <a:ext uri="{FF2B5EF4-FFF2-40B4-BE49-F238E27FC236}">
                <a16:creationId xmlns:a16="http://schemas.microsoft.com/office/drawing/2014/main" id="{B61504BC-B250-16E0-30F5-96D63B433DE2}"/>
              </a:ext>
            </a:extLst>
          </p:cNvPr>
          <p:cNvSpPr/>
          <p:nvPr/>
        </p:nvSpPr>
        <p:spPr>
          <a:xfrm>
            <a:off x="990600" y="2540836"/>
            <a:ext cx="1094236" cy="1102252"/>
          </a:xfrm>
          <a:custGeom>
            <a:avLst/>
            <a:gdLst/>
            <a:ahLst/>
            <a:cxnLst/>
            <a:rect l="l" t="t" r="r" b="b"/>
            <a:pathLst>
              <a:path w="1094236" h="1102252">
                <a:moveTo>
                  <a:pt x="0" y="0"/>
                </a:moveTo>
                <a:lnTo>
                  <a:pt x="1094236" y="0"/>
                </a:lnTo>
                <a:lnTo>
                  <a:pt x="1094236" y="1102252"/>
                </a:lnTo>
                <a:lnTo>
                  <a:pt x="0" y="1102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5">
            <a:extLst>
              <a:ext uri="{FF2B5EF4-FFF2-40B4-BE49-F238E27FC236}">
                <a16:creationId xmlns:a16="http://schemas.microsoft.com/office/drawing/2014/main" id="{8ACCD61D-2B6D-C395-BF3A-B09C991F4025}"/>
              </a:ext>
            </a:extLst>
          </p:cNvPr>
          <p:cNvSpPr/>
          <p:nvPr/>
        </p:nvSpPr>
        <p:spPr>
          <a:xfrm>
            <a:off x="9677400" y="2521384"/>
            <a:ext cx="1130780" cy="1141155"/>
          </a:xfrm>
          <a:custGeom>
            <a:avLst/>
            <a:gdLst/>
            <a:ahLst/>
            <a:cxnLst/>
            <a:rect l="l" t="t" r="r" b="b"/>
            <a:pathLst>
              <a:path w="1130780" h="1141155">
                <a:moveTo>
                  <a:pt x="0" y="0"/>
                </a:moveTo>
                <a:lnTo>
                  <a:pt x="1130781" y="0"/>
                </a:lnTo>
                <a:lnTo>
                  <a:pt x="1130781" y="1141154"/>
                </a:lnTo>
                <a:lnTo>
                  <a:pt x="0" y="1141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60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c98a79ca-5a9a-4791-a243-f06afd67464d}" enabled="0" method="" siteId="{c98a79ca-5a9a-4791-a243-f06afd67464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1350</Words>
  <Application>Microsoft Macintosh PowerPoint</Application>
  <PresentationFormat>Custom</PresentationFormat>
  <Paragraphs>190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HK Grotesk Bold</vt:lpstr>
      <vt:lpstr>Arial</vt:lpstr>
      <vt:lpstr>HK Grotesk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Edward LIM Boon Yan</cp:lastModifiedBy>
  <cp:revision>1</cp:revision>
  <dcterms:created xsi:type="dcterms:W3CDTF">2006-08-16T00:00:00Z</dcterms:created>
  <dcterms:modified xsi:type="dcterms:W3CDTF">2026-05-20T11:34:52Z</dcterms:modified>
  <dc:identifier>DAHKKhuoEBg</dc:identifier>
</cp:coreProperties>
</file>